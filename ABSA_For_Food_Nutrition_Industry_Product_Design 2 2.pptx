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7" r:id="rId5"/>
  </p:sldMasterIdLst>
  <p:notesMasterIdLst>
    <p:notesMasterId r:id="rId18"/>
  </p:notesMasterIdLst>
  <p:sldIdLst>
    <p:sldId id="2147482650" r:id="rId6"/>
    <p:sldId id="259" r:id="rId7"/>
    <p:sldId id="2147482657" r:id="rId8"/>
    <p:sldId id="2147482652" r:id="rId9"/>
    <p:sldId id="2147482651" r:id="rId10"/>
    <p:sldId id="2147482654" r:id="rId11"/>
    <p:sldId id="2147482655" r:id="rId12"/>
    <p:sldId id="261" r:id="rId13"/>
    <p:sldId id="260" r:id="rId14"/>
    <p:sldId id="2147482656" r:id="rId15"/>
    <p:sldId id="257" r:id="rId16"/>
    <p:sldId id="214748116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586266-A502-41A2-A839-2678E8C79293}" v="9" dt="2026-04-29T10:14:09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6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wtham Jayakumar" userId="b740daca-db8a-4f85-98fc-68a059ab10b4" providerId="ADAL" clId="{1038DCD1-845C-4FD3-A612-2C8A83A4A5CB}"/>
    <pc:docChg chg="undo custSel delSld modSld">
      <pc:chgData name="Gowtham Jayakumar" userId="b740daca-db8a-4f85-98fc-68a059ab10b4" providerId="ADAL" clId="{1038DCD1-845C-4FD3-A612-2C8A83A4A5CB}" dt="2026-04-29T10:31:56.659" v="53" actId="20577"/>
      <pc:docMkLst>
        <pc:docMk/>
      </pc:docMkLst>
      <pc:sldChg chg="modSp">
        <pc:chgData name="Gowtham Jayakumar" userId="b740daca-db8a-4f85-98fc-68a059ab10b4" providerId="ADAL" clId="{1038DCD1-845C-4FD3-A612-2C8A83A4A5CB}" dt="2026-04-29T09:39:56.820" v="9"/>
        <pc:sldMkLst>
          <pc:docMk/>
          <pc:sldMk cId="1777831622" sldId="260"/>
        </pc:sldMkLst>
        <pc:graphicFrameChg chg="mod">
          <ac:chgData name="Gowtham Jayakumar" userId="b740daca-db8a-4f85-98fc-68a059ab10b4" providerId="ADAL" clId="{1038DCD1-845C-4FD3-A612-2C8A83A4A5CB}" dt="2026-04-29T09:39:56.820" v="9"/>
          <ac:graphicFrameMkLst>
            <pc:docMk/>
            <pc:sldMk cId="1777831622" sldId="260"/>
            <ac:graphicFrameMk id="4" creationId="{2526CCB5-1FB8-BBD3-5AE3-7683F00EF6DA}"/>
          </ac:graphicFrameMkLst>
        </pc:graphicFrameChg>
      </pc:sldChg>
      <pc:sldChg chg="del">
        <pc:chgData name="Gowtham Jayakumar" userId="b740daca-db8a-4f85-98fc-68a059ab10b4" providerId="ADAL" clId="{1038DCD1-845C-4FD3-A612-2C8A83A4A5CB}" dt="2026-04-29T10:12:24.722" v="39" actId="47"/>
        <pc:sldMkLst>
          <pc:docMk/>
          <pc:sldMk cId="2325202778" sldId="262"/>
        </pc:sldMkLst>
      </pc:sldChg>
      <pc:sldChg chg="modSp mod">
        <pc:chgData name="Gowtham Jayakumar" userId="b740daca-db8a-4f85-98fc-68a059ab10b4" providerId="ADAL" clId="{1038DCD1-845C-4FD3-A612-2C8A83A4A5CB}" dt="2026-04-29T10:31:56.659" v="53" actId="20577"/>
        <pc:sldMkLst>
          <pc:docMk/>
          <pc:sldMk cId="1941184973" sldId="2147482651"/>
        </pc:sldMkLst>
        <pc:graphicFrameChg chg="modGraphic">
          <ac:chgData name="Gowtham Jayakumar" userId="b740daca-db8a-4f85-98fc-68a059ab10b4" providerId="ADAL" clId="{1038DCD1-845C-4FD3-A612-2C8A83A4A5CB}" dt="2026-04-29T10:31:56.659" v="53" actId="20577"/>
          <ac:graphicFrameMkLst>
            <pc:docMk/>
            <pc:sldMk cId="1941184973" sldId="2147482651"/>
            <ac:graphicFrameMk id="3" creationId="{BF1B05ED-257B-892E-0AE8-09766970B05E}"/>
          </ac:graphicFrameMkLst>
        </pc:graphicFrameChg>
      </pc:sldChg>
      <pc:sldChg chg="modSp mod">
        <pc:chgData name="Gowtham Jayakumar" userId="b740daca-db8a-4f85-98fc-68a059ab10b4" providerId="ADAL" clId="{1038DCD1-845C-4FD3-A612-2C8A83A4A5CB}" dt="2026-04-29T09:31:04.756" v="8" actId="1076"/>
        <pc:sldMkLst>
          <pc:docMk/>
          <pc:sldMk cId="1177416541" sldId="2147482652"/>
        </pc:sldMkLst>
        <pc:graphicFrameChg chg="mod">
          <ac:chgData name="Gowtham Jayakumar" userId="b740daca-db8a-4f85-98fc-68a059ab10b4" providerId="ADAL" clId="{1038DCD1-845C-4FD3-A612-2C8A83A4A5CB}" dt="2026-04-29T09:31:04.756" v="8" actId="1076"/>
          <ac:graphicFrameMkLst>
            <pc:docMk/>
            <pc:sldMk cId="1177416541" sldId="2147482652"/>
            <ac:graphicFrameMk id="3" creationId="{CA519C23-9202-0934-AEA2-AC47007E20C0}"/>
          </ac:graphicFrameMkLst>
        </pc:graphicFrameChg>
      </pc:sldChg>
      <pc:sldChg chg="addSp modSp mod">
        <pc:chgData name="Gowtham Jayakumar" userId="b740daca-db8a-4f85-98fc-68a059ab10b4" providerId="ADAL" clId="{1038DCD1-845C-4FD3-A612-2C8A83A4A5CB}" dt="2026-04-29T10:14:15.967" v="51" actId="20577"/>
        <pc:sldMkLst>
          <pc:docMk/>
          <pc:sldMk cId="3307960778" sldId="2147482656"/>
        </pc:sldMkLst>
        <pc:spChg chg="mod">
          <ac:chgData name="Gowtham Jayakumar" userId="b740daca-db8a-4f85-98fc-68a059ab10b4" providerId="ADAL" clId="{1038DCD1-845C-4FD3-A612-2C8A83A4A5CB}" dt="2026-04-29T10:14:15.967" v="51" actId="20577"/>
          <ac:spMkLst>
            <pc:docMk/>
            <pc:sldMk cId="3307960778" sldId="2147482656"/>
            <ac:spMk id="2" creationId="{EE54981E-EC14-FD46-0EF0-4603695385C3}"/>
          </ac:spMkLst>
        </pc:spChg>
        <pc:graphicFrameChg chg="add mod">
          <ac:chgData name="Gowtham Jayakumar" userId="b740daca-db8a-4f85-98fc-68a059ab10b4" providerId="ADAL" clId="{1038DCD1-845C-4FD3-A612-2C8A83A4A5CB}" dt="2026-04-29T10:13:58.220" v="48"/>
          <ac:graphicFrameMkLst>
            <pc:docMk/>
            <pc:sldMk cId="3307960778" sldId="2147482656"/>
            <ac:graphicFrameMk id="4" creationId="{7F135BC3-F728-74FE-B8BD-1E11A16E3D97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image" Target="../media/image23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7EE23F-D520-4102-961B-69C2E73DF8A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AB2D710-2725-416F-A386-DFDA22C01CA7}">
      <dgm:prSet phldrT="[Text]"/>
      <dgm:spPr/>
      <dgm:t>
        <a:bodyPr/>
        <a:lstStyle/>
        <a:p>
          <a:pPr>
            <a:buNone/>
          </a:pPr>
          <a:r>
            <a:rPr lang="en-IN" b="1" i="0" dirty="0"/>
            <a:t>Problem Statement:</a:t>
          </a:r>
          <a:endParaRPr lang="en-IN" dirty="0"/>
        </a:p>
      </dgm:t>
    </dgm:pt>
    <dgm:pt modelId="{8057FCB8-37DD-4A00-AEF5-310061172332}" type="parTrans" cxnId="{CE3C007D-B1BF-42CE-B9EC-3CFC140F53B4}">
      <dgm:prSet/>
      <dgm:spPr/>
      <dgm:t>
        <a:bodyPr/>
        <a:lstStyle/>
        <a:p>
          <a:endParaRPr lang="en-IN"/>
        </a:p>
      </dgm:t>
    </dgm:pt>
    <dgm:pt modelId="{0321B423-6210-421A-98A3-A0D833F3D508}" type="sibTrans" cxnId="{CE3C007D-B1BF-42CE-B9EC-3CFC140F53B4}">
      <dgm:prSet/>
      <dgm:spPr/>
      <dgm:t>
        <a:bodyPr/>
        <a:lstStyle/>
        <a:p>
          <a:endParaRPr lang="en-IN"/>
        </a:p>
      </dgm:t>
    </dgm:pt>
    <dgm:pt modelId="{2F24D3A3-DC06-4413-AA0B-39A8F678190A}">
      <dgm:prSet/>
      <dgm:spPr/>
      <dgm:t>
        <a:bodyPr/>
        <a:lstStyle/>
        <a:p>
          <a:pPr algn="just">
            <a:lnSpc>
              <a:spcPct val="100000"/>
            </a:lnSpc>
            <a:buFont typeface="Wingdings" panose="05000000000000000000" pitchFamily="2" charset="2"/>
            <a:buChar char="Ø"/>
          </a:pPr>
          <a:r>
            <a:rPr lang="en-US" b="0" i="0" dirty="0"/>
            <a:t>To analyze customer feedback and social media interactions about food and nutrition products to:</a:t>
          </a:r>
        </a:p>
      </dgm:t>
    </dgm:pt>
    <dgm:pt modelId="{AF67F177-564E-41A9-A52C-9A3B7F324634}" type="parTrans" cxnId="{FFE9A4BE-E0CA-4F98-A4B9-1729B79CD88A}">
      <dgm:prSet/>
      <dgm:spPr/>
      <dgm:t>
        <a:bodyPr/>
        <a:lstStyle/>
        <a:p>
          <a:endParaRPr lang="en-IN"/>
        </a:p>
      </dgm:t>
    </dgm:pt>
    <dgm:pt modelId="{75611A87-4770-48F7-9FC8-853608DC98B1}" type="sibTrans" cxnId="{FFE9A4BE-E0CA-4F98-A4B9-1729B79CD88A}">
      <dgm:prSet/>
      <dgm:spPr/>
      <dgm:t>
        <a:bodyPr/>
        <a:lstStyle/>
        <a:p>
          <a:endParaRPr lang="en-IN"/>
        </a:p>
      </dgm:t>
    </dgm:pt>
    <dgm:pt modelId="{E7CBFB81-5A33-47B1-9835-695C2608457C}">
      <dgm:prSet/>
      <dgm:spPr/>
      <dgm:t>
        <a:bodyPr/>
        <a:lstStyle/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b="0" i="0" dirty="0"/>
            <a:t>Identify </a:t>
          </a:r>
          <a:r>
            <a:rPr lang="en-US" b="1" i="0" dirty="0"/>
            <a:t>key aspects</a:t>
          </a:r>
          <a:r>
            <a:rPr lang="en-US" b="0" i="0" dirty="0"/>
            <a:t> (e.g., taste, packaging, affordability, health benefits) mentioned in user-generated content.</a:t>
          </a:r>
        </a:p>
      </dgm:t>
    </dgm:pt>
    <dgm:pt modelId="{DFE92963-04CC-4B6E-ADBE-52530DA913CD}" type="parTrans" cxnId="{8D60D95E-5E94-470A-9F6C-FEB8A331DF5D}">
      <dgm:prSet/>
      <dgm:spPr/>
      <dgm:t>
        <a:bodyPr/>
        <a:lstStyle/>
        <a:p>
          <a:endParaRPr lang="en-IN"/>
        </a:p>
      </dgm:t>
    </dgm:pt>
    <dgm:pt modelId="{61EECA13-BC31-4B65-B7D2-B870F9DCF3AF}" type="sibTrans" cxnId="{8D60D95E-5E94-470A-9F6C-FEB8A331DF5D}">
      <dgm:prSet/>
      <dgm:spPr/>
      <dgm:t>
        <a:bodyPr/>
        <a:lstStyle/>
        <a:p>
          <a:endParaRPr lang="en-IN"/>
        </a:p>
      </dgm:t>
    </dgm:pt>
    <dgm:pt modelId="{9B8E32AE-AC17-433E-991F-72900A0582AF}">
      <dgm:prSet/>
      <dgm:spPr/>
      <dgm:t>
        <a:bodyPr/>
        <a:lstStyle/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b="0" i="0" dirty="0"/>
            <a:t>Determine the </a:t>
          </a:r>
          <a:r>
            <a:rPr lang="en-US" b="1" i="0" dirty="0"/>
            <a:t>sentiment</a:t>
          </a:r>
          <a:r>
            <a:rPr lang="en-US" b="0" i="0" dirty="0"/>
            <a:t> (positive, neutral, or negative) associated with each aspect.</a:t>
          </a:r>
        </a:p>
      </dgm:t>
    </dgm:pt>
    <dgm:pt modelId="{42381374-4174-40FA-9FCF-CE975128AA12}" type="parTrans" cxnId="{D36BDD2D-DA69-468B-8346-377A42388F52}">
      <dgm:prSet/>
      <dgm:spPr/>
      <dgm:t>
        <a:bodyPr/>
        <a:lstStyle/>
        <a:p>
          <a:endParaRPr lang="en-IN"/>
        </a:p>
      </dgm:t>
    </dgm:pt>
    <dgm:pt modelId="{C2EB8425-6623-415D-AD14-EDACCA72F006}" type="sibTrans" cxnId="{D36BDD2D-DA69-468B-8346-377A42388F52}">
      <dgm:prSet/>
      <dgm:spPr/>
      <dgm:t>
        <a:bodyPr/>
        <a:lstStyle/>
        <a:p>
          <a:endParaRPr lang="en-IN"/>
        </a:p>
      </dgm:t>
    </dgm:pt>
    <dgm:pt modelId="{6D8DB6A7-FC2A-47AC-8CFA-1BCA01BF268A}">
      <dgm:prSet/>
      <dgm:spPr/>
      <dgm:t>
        <a:bodyPr/>
        <a:lstStyle/>
        <a:p>
          <a:pPr algn="l"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US" b="0" i="0" dirty="0"/>
            <a:t>Enrich the analysis with </a:t>
          </a:r>
          <a:r>
            <a:rPr lang="en-US" b="1" i="0" dirty="0"/>
            <a:t>product metadata</a:t>
          </a:r>
          <a:r>
            <a:rPr lang="en-US" b="0" i="0" dirty="0"/>
            <a:t> (e.g., categories, ingredients) to provide deeper insights into customer preferences and concerns.</a:t>
          </a:r>
        </a:p>
      </dgm:t>
    </dgm:pt>
    <dgm:pt modelId="{D073C03B-374F-4159-8483-B1BD309DE934}" type="parTrans" cxnId="{D0639EBA-9C86-4F39-B96A-82882B4AA405}">
      <dgm:prSet/>
      <dgm:spPr/>
      <dgm:t>
        <a:bodyPr/>
        <a:lstStyle/>
        <a:p>
          <a:endParaRPr lang="en-IN"/>
        </a:p>
      </dgm:t>
    </dgm:pt>
    <dgm:pt modelId="{49DD94EC-ABF3-4344-9BF0-77F336152619}" type="sibTrans" cxnId="{D0639EBA-9C86-4F39-B96A-82882B4AA405}">
      <dgm:prSet/>
      <dgm:spPr/>
      <dgm:t>
        <a:bodyPr/>
        <a:lstStyle/>
        <a:p>
          <a:endParaRPr lang="en-IN"/>
        </a:p>
      </dgm:t>
    </dgm:pt>
    <dgm:pt modelId="{B6611CD9-EE3E-4B78-9A72-8690A600F4AD}">
      <dgm:prSet/>
      <dgm:spPr/>
      <dgm:t>
        <a:bodyPr/>
        <a:lstStyle/>
        <a:p>
          <a:pPr algn="just">
            <a:buFont typeface="Wingdings" panose="05000000000000000000" pitchFamily="2" charset="2"/>
            <a:buChar char="Ø"/>
          </a:pPr>
          <a:r>
            <a:rPr lang="en-US" b="0" i="0" dirty="0"/>
            <a:t> The goal of this exercise is to develop a </a:t>
          </a:r>
          <a:r>
            <a:rPr lang="en-US" b="1" i="0" dirty="0"/>
            <a:t>comprehensive Sentiment Analysis framework</a:t>
          </a:r>
          <a:r>
            <a:rPr lang="en-US" b="0" i="0" dirty="0"/>
            <a:t> that leverages diverse data sources to extract actionable insights about products in the </a:t>
          </a:r>
          <a:r>
            <a:rPr lang="en-US" b="1" i="0" dirty="0"/>
            <a:t>food and nutrition industry</a:t>
          </a:r>
          <a:r>
            <a:rPr lang="en-US" b="0" i="0" dirty="0"/>
            <a:t>. </a:t>
          </a:r>
        </a:p>
      </dgm:t>
    </dgm:pt>
    <dgm:pt modelId="{07613D4F-A114-4DD2-9471-813103A3BC55}" type="parTrans" cxnId="{D1FD7564-C174-483C-8FDA-CC396F34EB82}">
      <dgm:prSet/>
      <dgm:spPr/>
      <dgm:t>
        <a:bodyPr/>
        <a:lstStyle/>
        <a:p>
          <a:endParaRPr lang="en-IN"/>
        </a:p>
      </dgm:t>
    </dgm:pt>
    <dgm:pt modelId="{3069B9D3-0D5C-41B2-895F-78D185EE6929}" type="sibTrans" cxnId="{D1FD7564-C174-483C-8FDA-CC396F34EB82}">
      <dgm:prSet/>
      <dgm:spPr/>
      <dgm:t>
        <a:bodyPr/>
        <a:lstStyle/>
        <a:p>
          <a:endParaRPr lang="en-IN"/>
        </a:p>
      </dgm:t>
    </dgm:pt>
    <dgm:pt modelId="{F7B2518C-EDAC-44D9-8791-FC7B57716DCA}">
      <dgm:prSet/>
      <dgm:spPr/>
      <dgm:t>
        <a:bodyPr/>
        <a:lstStyle/>
        <a:p>
          <a:pPr>
            <a:buNone/>
          </a:pPr>
          <a:r>
            <a:rPr lang="en-US" b="0" i="0" dirty="0"/>
            <a:t>The solution aims to address the following challenges:</a:t>
          </a:r>
        </a:p>
      </dgm:t>
    </dgm:pt>
    <dgm:pt modelId="{A4A380D0-5C1E-437F-A2D5-7DFF26236EEC}" type="parTrans" cxnId="{67B13D6B-43AF-40D0-8AD5-712A13642686}">
      <dgm:prSet/>
      <dgm:spPr/>
      <dgm:t>
        <a:bodyPr/>
        <a:lstStyle/>
        <a:p>
          <a:endParaRPr lang="en-IN"/>
        </a:p>
      </dgm:t>
    </dgm:pt>
    <dgm:pt modelId="{05FFA9F6-6B79-434E-95B0-0E73527D27DE}" type="sibTrans" cxnId="{67B13D6B-43AF-40D0-8AD5-712A13642686}">
      <dgm:prSet/>
      <dgm:spPr/>
      <dgm:t>
        <a:bodyPr/>
        <a:lstStyle/>
        <a:p>
          <a:endParaRPr lang="en-IN"/>
        </a:p>
      </dgm:t>
    </dgm:pt>
    <dgm:pt modelId="{B52252E0-0120-4E8F-90D7-E246C344D010}" type="pres">
      <dgm:prSet presAssocID="{BA7EE23F-D520-4102-961B-69C2E73DF8A7}" presName="linear" presStyleCnt="0">
        <dgm:presLayoutVars>
          <dgm:animLvl val="lvl"/>
          <dgm:resizeHandles val="exact"/>
        </dgm:presLayoutVars>
      </dgm:prSet>
      <dgm:spPr/>
    </dgm:pt>
    <dgm:pt modelId="{56A2E5D1-2940-4988-9F4E-30FBA60AC8E2}" type="pres">
      <dgm:prSet presAssocID="{AAB2D710-2725-416F-A386-DFDA22C01CA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9BD2AC9-6A55-49FE-A011-9A61DAE8B15E}" type="pres">
      <dgm:prSet presAssocID="{AAB2D710-2725-416F-A386-DFDA22C01CA7}" presName="childText" presStyleLbl="revTx" presStyleIdx="0" presStyleCnt="2">
        <dgm:presLayoutVars>
          <dgm:bulletEnabled val="1"/>
        </dgm:presLayoutVars>
      </dgm:prSet>
      <dgm:spPr/>
    </dgm:pt>
    <dgm:pt modelId="{AC4683DC-499C-42C0-8F26-B856F008B39D}" type="pres">
      <dgm:prSet presAssocID="{F7B2518C-EDAC-44D9-8791-FC7B57716DC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922C7AF-3302-4ADC-9506-AF33C4FCD7FF}" type="pres">
      <dgm:prSet presAssocID="{F7B2518C-EDAC-44D9-8791-FC7B57716DC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F290204-1963-4467-9DDB-C6F391B78BB3}" type="presOf" srcId="{B6611CD9-EE3E-4B78-9A72-8690A600F4AD}" destId="{29BD2AC9-6A55-49FE-A011-9A61DAE8B15E}" srcOrd="0" destOrd="0" presId="urn:microsoft.com/office/officeart/2005/8/layout/vList2"/>
    <dgm:cxn modelId="{E3F09A21-9349-43B2-86EB-E1A752AAA49A}" type="presOf" srcId="{E7CBFB81-5A33-47B1-9835-695C2608457C}" destId="{8922C7AF-3302-4ADC-9506-AF33C4FCD7FF}" srcOrd="0" destOrd="1" presId="urn:microsoft.com/office/officeart/2005/8/layout/vList2"/>
    <dgm:cxn modelId="{D36BDD2D-DA69-468B-8346-377A42388F52}" srcId="{F7B2518C-EDAC-44D9-8791-FC7B57716DCA}" destId="{9B8E32AE-AC17-433E-991F-72900A0582AF}" srcOrd="2" destOrd="0" parTransId="{42381374-4174-40FA-9FCF-CE975128AA12}" sibTransId="{C2EB8425-6623-415D-AD14-EDACCA72F006}"/>
    <dgm:cxn modelId="{2DF70C5C-9274-485E-9403-6CC7CD4B428B}" type="presOf" srcId="{AAB2D710-2725-416F-A386-DFDA22C01CA7}" destId="{56A2E5D1-2940-4988-9F4E-30FBA60AC8E2}" srcOrd="0" destOrd="0" presId="urn:microsoft.com/office/officeart/2005/8/layout/vList2"/>
    <dgm:cxn modelId="{8D60D95E-5E94-470A-9F6C-FEB8A331DF5D}" srcId="{F7B2518C-EDAC-44D9-8791-FC7B57716DCA}" destId="{E7CBFB81-5A33-47B1-9835-695C2608457C}" srcOrd="1" destOrd="0" parTransId="{DFE92963-04CC-4B6E-ADBE-52530DA913CD}" sibTransId="{61EECA13-BC31-4B65-B7D2-B870F9DCF3AF}"/>
    <dgm:cxn modelId="{1378AE62-D41D-4748-9C2E-3B9E6E011A87}" type="presOf" srcId="{BA7EE23F-D520-4102-961B-69C2E73DF8A7}" destId="{B52252E0-0120-4E8F-90D7-E246C344D010}" srcOrd="0" destOrd="0" presId="urn:microsoft.com/office/officeart/2005/8/layout/vList2"/>
    <dgm:cxn modelId="{D1FD7564-C174-483C-8FDA-CC396F34EB82}" srcId="{AAB2D710-2725-416F-A386-DFDA22C01CA7}" destId="{B6611CD9-EE3E-4B78-9A72-8690A600F4AD}" srcOrd="0" destOrd="0" parTransId="{07613D4F-A114-4DD2-9471-813103A3BC55}" sibTransId="{3069B9D3-0D5C-41B2-895F-78D185EE6929}"/>
    <dgm:cxn modelId="{AC488C68-DE6A-4874-BB98-4AC05E06971F}" type="presOf" srcId="{6D8DB6A7-FC2A-47AC-8CFA-1BCA01BF268A}" destId="{8922C7AF-3302-4ADC-9506-AF33C4FCD7FF}" srcOrd="0" destOrd="3" presId="urn:microsoft.com/office/officeart/2005/8/layout/vList2"/>
    <dgm:cxn modelId="{67B13D6B-43AF-40D0-8AD5-712A13642686}" srcId="{BA7EE23F-D520-4102-961B-69C2E73DF8A7}" destId="{F7B2518C-EDAC-44D9-8791-FC7B57716DCA}" srcOrd="1" destOrd="0" parTransId="{A4A380D0-5C1E-437F-A2D5-7DFF26236EEC}" sibTransId="{05FFA9F6-6B79-434E-95B0-0E73527D27DE}"/>
    <dgm:cxn modelId="{CE3C007D-B1BF-42CE-B9EC-3CFC140F53B4}" srcId="{BA7EE23F-D520-4102-961B-69C2E73DF8A7}" destId="{AAB2D710-2725-416F-A386-DFDA22C01CA7}" srcOrd="0" destOrd="0" parTransId="{8057FCB8-37DD-4A00-AEF5-310061172332}" sibTransId="{0321B423-6210-421A-98A3-A0D833F3D508}"/>
    <dgm:cxn modelId="{3A8C5DB7-28E5-4025-B154-72252E6D8FEA}" type="presOf" srcId="{2F24D3A3-DC06-4413-AA0B-39A8F678190A}" destId="{8922C7AF-3302-4ADC-9506-AF33C4FCD7FF}" srcOrd="0" destOrd="0" presId="urn:microsoft.com/office/officeart/2005/8/layout/vList2"/>
    <dgm:cxn modelId="{D0639EBA-9C86-4F39-B96A-82882B4AA405}" srcId="{F7B2518C-EDAC-44D9-8791-FC7B57716DCA}" destId="{6D8DB6A7-FC2A-47AC-8CFA-1BCA01BF268A}" srcOrd="3" destOrd="0" parTransId="{D073C03B-374F-4159-8483-B1BD309DE934}" sibTransId="{49DD94EC-ABF3-4344-9BF0-77F336152619}"/>
    <dgm:cxn modelId="{FFE9A4BE-E0CA-4F98-A4B9-1729B79CD88A}" srcId="{F7B2518C-EDAC-44D9-8791-FC7B57716DCA}" destId="{2F24D3A3-DC06-4413-AA0B-39A8F678190A}" srcOrd="0" destOrd="0" parTransId="{AF67F177-564E-41A9-A52C-9A3B7F324634}" sibTransId="{75611A87-4770-48F7-9FC8-853608DC98B1}"/>
    <dgm:cxn modelId="{880A61C9-2A26-4FAA-B1A5-3E03DC3D1366}" type="presOf" srcId="{9B8E32AE-AC17-433E-991F-72900A0582AF}" destId="{8922C7AF-3302-4ADC-9506-AF33C4FCD7FF}" srcOrd="0" destOrd="2" presId="urn:microsoft.com/office/officeart/2005/8/layout/vList2"/>
    <dgm:cxn modelId="{A0BBB3F7-D029-4DCE-9AEC-1CA042FAEDCC}" type="presOf" srcId="{F7B2518C-EDAC-44D9-8791-FC7B57716DCA}" destId="{AC4683DC-499C-42C0-8F26-B856F008B39D}" srcOrd="0" destOrd="0" presId="urn:microsoft.com/office/officeart/2005/8/layout/vList2"/>
    <dgm:cxn modelId="{0038258C-54A7-4685-9A54-4ECD4D6B4D39}" type="presParOf" srcId="{B52252E0-0120-4E8F-90D7-E246C344D010}" destId="{56A2E5D1-2940-4988-9F4E-30FBA60AC8E2}" srcOrd="0" destOrd="0" presId="urn:microsoft.com/office/officeart/2005/8/layout/vList2"/>
    <dgm:cxn modelId="{5E366D84-9BC3-4A4E-89E9-10C4DE7E081D}" type="presParOf" srcId="{B52252E0-0120-4E8F-90D7-E246C344D010}" destId="{29BD2AC9-6A55-49FE-A011-9A61DAE8B15E}" srcOrd="1" destOrd="0" presId="urn:microsoft.com/office/officeart/2005/8/layout/vList2"/>
    <dgm:cxn modelId="{DAFAB4F1-84CF-4D8F-859E-455D92019611}" type="presParOf" srcId="{B52252E0-0120-4E8F-90D7-E246C344D010}" destId="{AC4683DC-499C-42C0-8F26-B856F008B39D}" srcOrd="2" destOrd="0" presId="urn:microsoft.com/office/officeart/2005/8/layout/vList2"/>
    <dgm:cxn modelId="{A3F7FDF9-F851-4534-9BFC-A1E4EAEEFBA1}" type="presParOf" srcId="{B52252E0-0120-4E8F-90D7-E246C344D010}" destId="{8922C7AF-3302-4ADC-9506-AF33C4FCD7F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7EE23F-D520-4102-961B-69C2E73DF8A7}" type="doc">
      <dgm:prSet loTypeId="urn:microsoft.com/office/officeart/2005/8/layout/p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AB2D710-2725-416F-A386-DFDA22C01CA7}">
      <dgm:prSet phldrT="[Text]"/>
      <dgm:spPr/>
      <dgm:t>
        <a:bodyPr/>
        <a:lstStyle/>
        <a:p>
          <a:pPr>
            <a:buNone/>
          </a:pPr>
          <a:r>
            <a:rPr lang="en-IN" b="1" i="0"/>
            <a:t>Product Metadata</a:t>
          </a:r>
          <a:r>
            <a:rPr lang="en-IN" b="0" i="0"/>
            <a:t>:</a:t>
          </a:r>
          <a:endParaRPr lang="en-IN" dirty="0"/>
        </a:p>
      </dgm:t>
    </dgm:pt>
    <dgm:pt modelId="{8057FCB8-37DD-4A00-AEF5-310061172332}" type="parTrans" cxnId="{CE3C007D-B1BF-42CE-B9EC-3CFC140F53B4}">
      <dgm:prSet/>
      <dgm:spPr/>
      <dgm:t>
        <a:bodyPr/>
        <a:lstStyle/>
        <a:p>
          <a:endParaRPr lang="en-IN"/>
        </a:p>
      </dgm:t>
    </dgm:pt>
    <dgm:pt modelId="{0321B423-6210-421A-98A3-A0D833F3D508}" type="sibTrans" cxnId="{CE3C007D-B1BF-42CE-B9EC-3CFC140F53B4}">
      <dgm:prSet/>
      <dgm:spPr/>
      <dgm:t>
        <a:bodyPr/>
        <a:lstStyle/>
        <a:p>
          <a:endParaRPr lang="en-IN"/>
        </a:p>
      </dgm:t>
    </dgm:pt>
    <dgm:pt modelId="{FD42B3EE-39DD-461F-90C9-1D222545FD75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0" i="0" dirty="0"/>
            <a:t>Internal data about products, including:</a:t>
          </a:r>
        </a:p>
      </dgm:t>
    </dgm:pt>
    <dgm:pt modelId="{7C7D93ED-C8D8-47F2-BF15-BE5B98565917}" type="parTrans" cxnId="{4F1AF083-1770-443D-96CD-D29C54E52A50}">
      <dgm:prSet/>
      <dgm:spPr/>
      <dgm:t>
        <a:bodyPr/>
        <a:lstStyle/>
        <a:p>
          <a:endParaRPr lang="en-IN"/>
        </a:p>
      </dgm:t>
    </dgm:pt>
    <dgm:pt modelId="{4549EF15-E8B2-4294-91E6-6968E40206EF}" type="sibTrans" cxnId="{4F1AF083-1770-443D-96CD-D29C54E52A50}">
      <dgm:prSet/>
      <dgm:spPr/>
      <dgm:t>
        <a:bodyPr/>
        <a:lstStyle/>
        <a:p>
          <a:endParaRPr lang="en-IN"/>
        </a:p>
      </dgm:t>
    </dgm:pt>
    <dgm:pt modelId="{E816B9E3-B069-46AC-BD5A-7FEB7E139D06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0" i="0"/>
            <a:t>Product ID</a:t>
          </a:r>
        </a:p>
      </dgm:t>
    </dgm:pt>
    <dgm:pt modelId="{25870A20-6FDB-44AA-9BC5-12DF6647DD9D}" type="parTrans" cxnId="{DF2487F0-69E9-4466-8985-E5AC294EF938}">
      <dgm:prSet/>
      <dgm:spPr/>
      <dgm:t>
        <a:bodyPr/>
        <a:lstStyle/>
        <a:p>
          <a:endParaRPr lang="en-IN"/>
        </a:p>
      </dgm:t>
    </dgm:pt>
    <dgm:pt modelId="{FD100D7B-9B43-4382-8329-EFE3F30E8894}" type="sibTrans" cxnId="{DF2487F0-69E9-4466-8985-E5AC294EF938}">
      <dgm:prSet/>
      <dgm:spPr/>
      <dgm:t>
        <a:bodyPr/>
        <a:lstStyle/>
        <a:p>
          <a:endParaRPr lang="en-IN"/>
        </a:p>
      </dgm:t>
    </dgm:pt>
    <dgm:pt modelId="{A5B2BA5E-CD59-44A2-A606-A2032E6D5C8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0" i="0"/>
            <a:t>Product Name</a:t>
          </a:r>
        </a:p>
      </dgm:t>
    </dgm:pt>
    <dgm:pt modelId="{05D308B9-F735-4C7F-A1CB-07CDA8F50892}" type="parTrans" cxnId="{12ADB08D-C41B-41B0-A0AC-0FF661AB7F37}">
      <dgm:prSet/>
      <dgm:spPr/>
      <dgm:t>
        <a:bodyPr/>
        <a:lstStyle/>
        <a:p>
          <a:endParaRPr lang="en-IN"/>
        </a:p>
      </dgm:t>
    </dgm:pt>
    <dgm:pt modelId="{CF192DAE-6210-4885-9EAC-586A8A39DBA2}" type="sibTrans" cxnId="{12ADB08D-C41B-41B0-A0AC-0FF661AB7F37}">
      <dgm:prSet/>
      <dgm:spPr/>
      <dgm:t>
        <a:bodyPr/>
        <a:lstStyle/>
        <a:p>
          <a:endParaRPr lang="en-IN"/>
        </a:p>
      </dgm:t>
    </dgm:pt>
    <dgm:pt modelId="{60153D8D-D103-4A69-8771-BDF24DBCCDB5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0" i="0"/>
            <a:t>Category (e.g., Nutrition, Food)</a:t>
          </a:r>
        </a:p>
      </dgm:t>
    </dgm:pt>
    <dgm:pt modelId="{BF9781DB-357A-4649-9683-DC5230944112}" type="parTrans" cxnId="{CB75C19B-7813-412A-9840-A4EB57B9ED25}">
      <dgm:prSet/>
      <dgm:spPr/>
      <dgm:t>
        <a:bodyPr/>
        <a:lstStyle/>
        <a:p>
          <a:endParaRPr lang="en-IN"/>
        </a:p>
      </dgm:t>
    </dgm:pt>
    <dgm:pt modelId="{FFEC0546-929F-4E13-AC2F-29A7CF0E543E}" type="sibTrans" cxnId="{CB75C19B-7813-412A-9840-A4EB57B9ED25}">
      <dgm:prSet/>
      <dgm:spPr/>
      <dgm:t>
        <a:bodyPr/>
        <a:lstStyle/>
        <a:p>
          <a:endParaRPr lang="en-IN"/>
        </a:p>
      </dgm:t>
    </dgm:pt>
    <dgm:pt modelId="{614F7056-0CF4-45CB-A6DA-6A48E9F71CF6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0" i="0"/>
            <a:t>Ingredients (e.g., Whey Protein, Almonds, DHA)</a:t>
          </a:r>
        </a:p>
      </dgm:t>
    </dgm:pt>
    <dgm:pt modelId="{A04816B7-1450-4922-8AE6-5DDD8E337A96}" type="parTrans" cxnId="{E642E22C-366D-4E18-B6DF-5E5F36D5525A}">
      <dgm:prSet/>
      <dgm:spPr/>
      <dgm:t>
        <a:bodyPr/>
        <a:lstStyle/>
        <a:p>
          <a:endParaRPr lang="en-IN"/>
        </a:p>
      </dgm:t>
    </dgm:pt>
    <dgm:pt modelId="{9C5C397E-05A1-4AA4-84D8-85BFD0956D42}" type="sibTrans" cxnId="{E642E22C-366D-4E18-B6DF-5E5F36D5525A}">
      <dgm:prSet/>
      <dgm:spPr/>
      <dgm:t>
        <a:bodyPr/>
        <a:lstStyle/>
        <a:p>
          <a:endParaRPr lang="en-IN"/>
        </a:p>
      </dgm:t>
    </dgm:pt>
    <dgm:pt modelId="{A59FCCDD-9EA2-4BBE-A09D-03985C05912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0" i="0"/>
            <a:t>This metadata provides context for analyzing customer feedback and allows grouping by product characteristics, such as nutritional content or food type.</a:t>
          </a:r>
        </a:p>
      </dgm:t>
    </dgm:pt>
    <dgm:pt modelId="{C542A524-7C69-4B4A-B5DF-90311B9B0E32}" type="parTrans" cxnId="{FFBA1BD7-314A-4571-8D06-14CF90635218}">
      <dgm:prSet/>
      <dgm:spPr/>
      <dgm:t>
        <a:bodyPr/>
        <a:lstStyle/>
        <a:p>
          <a:endParaRPr lang="en-IN"/>
        </a:p>
      </dgm:t>
    </dgm:pt>
    <dgm:pt modelId="{929AC502-BB05-47BC-A53E-62E07BEA4489}" type="sibTrans" cxnId="{FFBA1BD7-314A-4571-8D06-14CF90635218}">
      <dgm:prSet/>
      <dgm:spPr/>
      <dgm:t>
        <a:bodyPr/>
        <a:lstStyle/>
        <a:p>
          <a:endParaRPr lang="en-IN"/>
        </a:p>
      </dgm:t>
    </dgm:pt>
    <dgm:pt modelId="{7EDCB9D3-D8C4-46C1-8728-69C1AE14C59E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i="0"/>
            <a:t>Product Reviews</a:t>
          </a:r>
          <a:r>
            <a:rPr lang="en-IN" b="0" i="0"/>
            <a:t>:</a:t>
          </a:r>
        </a:p>
      </dgm:t>
    </dgm:pt>
    <dgm:pt modelId="{5A763EC4-4D25-4291-A82C-AED042767A95}" type="parTrans" cxnId="{436B75A1-C03B-40BC-8FAD-6F9AEE8575A8}">
      <dgm:prSet/>
      <dgm:spPr/>
      <dgm:t>
        <a:bodyPr/>
        <a:lstStyle/>
        <a:p>
          <a:endParaRPr lang="en-IN"/>
        </a:p>
      </dgm:t>
    </dgm:pt>
    <dgm:pt modelId="{A76ED695-F4D6-49CA-85FA-B18B286428F9}" type="sibTrans" cxnId="{436B75A1-C03B-40BC-8FAD-6F9AEE8575A8}">
      <dgm:prSet/>
      <dgm:spPr/>
      <dgm:t>
        <a:bodyPr/>
        <a:lstStyle/>
        <a:p>
          <a:endParaRPr lang="en-IN"/>
        </a:p>
      </dgm:t>
    </dgm:pt>
    <dgm:pt modelId="{6DE65D12-4F6C-45C7-ACD2-B7879218ABBE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0" i="0"/>
            <a:t>Web-scraped reviews from e-commerce platforms or other sources.</a:t>
          </a:r>
        </a:p>
      </dgm:t>
    </dgm:pt>
    <dgm:pt modelId="{CAEFBE59-1681-4773-9373-220032AC15AC}" type="parTrans" cxnId="{A76028AD-3FB9-43F6-87F7-60C257110DB7}">
      <dgm:prSet/>
      <dgm:spPr/>
      <dgm:t>
        <a:bodyPr/>
        <a:lstStyle/>
        <a:p>
          <a:endParaRPr lang="en-IN"/>
        </a:p>
      </dgm:t>
    </dgm:pt>
    <dgm:pt modelId="{D78F5D13-11A1-45C2-90E1-E53DF4064106}" type="sibTrans" cxnId="{A76028AD-3FB9-43F6-87F7-60C257110DB7}">
      <dgm:prSet/>
      <dgm:spPr/>
      <dgm:t>
        <a:bodyPr/>
        <a:lstStyle/>
        <a:p>
          <a:endParaRPr lang="en-IN"/>
        </a:p>
      </dgm:t>
    </dgm:pt>
    <dgm:pt modelId="{085A4159-C668-49CA-A3E6-ABDCD71C4878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0" i="0"/>
            <a:t>Example: "The protein bar is tasty but a bit expensive."</a:t>
          </a:r>
        </a:p>
      </dgm:t>
    </dgm:pt>
    <dgm:pt modelId="{5DFC4E9D-64D2-49AE-A135-5553BCF99723}" type="parTrans" cxnId="{8E8016C3-3E4B-41A3-9547-7903D4AF19BD}">
      <dgm:prSet/>
      <dgm:spPr/>
      <dgm:t>
        <a:bodyPr/>
        <a:lstStyle/>
        <a:p>
          <a:endParaRPr lang="en-IN"/>
        </a:p>
      </dgm:t>
    </dgm:pt>
    <dgm:pt modelId="{CC47BC01-D6C3-4EE7-A39E-9C6296A37E91}" type="sibTrans" cxnId="{8E8016C3-3E4B-41A3-9547-7903D4AF19BD}">
      <dgm:prSet/>
      <dgm:spPr/>
      <dgm:t>
        <a:bodyPr/>
        <a:lstStyle/>
        <a:p>
          <a:endParaRPr lang="en-IN"/>
        </a:p>
      </dgm:t>
    </dgm:pt>
    <dgm:pt modelId="{06C78483-E10D-4E3F-BAE6-042D796706FA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0" i="0"/>
            <a:t>Reviews are a rich source of </a:t>
          </a:r>
          <a:r>
            <a:rPr lang="en-US" b="1" i="0"/>
            <a:t>direct customer feedback</a:t>
          </a:r>
          <a:r>
            <a:rPr lang="en-US" b="0" i="0"/>
            <a:t>, often focusing on specific product features.</a:t>
          </a:r>
        </a:p>
      </dgm:t>
    </dgm:pt>
    <dgm:pt modelId="{D94DF4C8-AEC5-47B6-9994-3BA3C698CAD4}" type="parTrans" cxnId="{91255110-8100-4B15-B551-53712DFE6164}">
      <dgm:prSet/>
      <dgm:spPr/>
      <dgm:t>
        <a:bodyPr/>
        <a:lstStyle/>
        <a:p>
          <a:endParaRPr lang="en-IN"/>
        </a:p>
      </dgm:t>
    </dgm:pt>
    <dgm:pt modelId="{AF4E45A5-E7E4-414D-83D8-7D1296D9383A}" type="sibTrans" cxnId="{91255110-8100-4B15-B551-53712DFE6164}">
      <dgm:prSet/>
      <dgm:spPr/>
      <dgm:t>
        <a:bodyPr/>
        <a:lstStyle/>
        <a:p>
          <a:endParaRPr lang="en-IN"/>
        </a:p>
      </dgm:t>
    </dgm:pt>
    <dgm:pt modelId="{3A261F64-AFD2-40A6-B10A-36E01A29A623}" type="pres">
      <dgm:prSet presAssocID="{BA7EE23F-D520-4102-961B-69C2E73DF8A7}" presName="Name0" presStyleCnt="0">
        <dgm:presLayoutVars>
          <dgm:dir/>
          <dgm:resizeHandles val="exact"/>
        </dgm:presLayoutVars>
      </dgm:prSet>
      <dgm:spPr/>
    </dgm:pt>
    <dgm:pt modelId="{FC85EF69-E166-493C-89B4-550F433B53A8}" type="pres">
      <dgm:prSet presAssocID="{BA7EE23F-D520-4102-961B-69C2E73DF8A7}" presName="bkgdShp" presStyleLbl="alignAccFollowNode1" presStyleIdx="0" presStyleCnt="1"/>
      <dgm:spPr/>
    </dgm:pt>
    <dgm:pt modelId="{BE1DD996-6159-41DD-8005-CB024577C5F3}" type="pres">
      <dgm:prSet presAssocID="{BA7EE23F-D520-4102-961B-69C2E73DF8A7}" presName="linComp" presStyleCnt="0"/>
      <dgm:spPr/>
    </dgm:pt>
    <dgm:pt modelId="{FFE4B999-4648-4CB4-89AC-011E9BB75157}" type="pres">
      <dgm:prSet presAssocID="{AAB2D710-2725-416F-A386-DFDA22C01CA7}" presName="compNode" presStyleCnt="0"/>
      <dgm:spPr/>
    </dgm:pt>
    <dgm:pt modelId="{8F865307-70D1-4FE0-82F7-446D4C8AA997}" type="pres">
      <dgm:prSet presAssocID="{AAB2D710-2725-416F-A386-DFDA22C01CA7}" presName="node" presStyleLbl="node1" presStyleIdx="0" presStyleCnt="2">
        <dgm:presLayoutVars>
          <dgm:bulletEnabled val="1"/>
        </dgm:presLayoutVars>
      </dgm:prSet>
      <dgm:spPr/>
    </dgm:pt>
    <dgm:pt modelId="{B38D25CB-50E9-4514-A391-48899B2A64B3}" type="pres">
      <dgm:prSet presAssocID="{AAB2D710-2725-416F-A386-DFDA22C01CA7}" presName="invisiNode" presStyleLbl="node1" presStyleIdx="0" presStyleCnt="2"/>
      <dgm:spPr/>
    </dgm:pt>
    <dgm:pt modelId="{0A647918-5049-4073-A2E4-48FBC8B5EC43}" type="pres">
      <dgm:prSet presAssocID="{AAB2D710-2725-416F-A386-DFDA22C01CA7}" presName="imagNode" presStyleLbl="fgImgPlace1" presStyleIdx="0" presStyleCnt="2"/>
      <dgm:spPr>
        <a:blipFill>
          <a:blip xmlns:r="http://schemas.openxmlformats.org/officeDocument/2006/relationships" r:embed="rId1"/>
          <a:srcRect/>
          <a:stretch>
            <a:fillRect t="-10000" b="-10000"/>
          </a:stretch>
        </a:blipFill>
      </dgm:spPr>
    </dgm:pt>
    <dgm:pt modelId="{D4C6393A-3D20-4E6E-AADE-06C9420C40CA}" type="pres">
      <dgm:prSet presAssocID="{0321B423-6210-421A-98A3-A0D833F3D508}" presName="sibTrans" presStyleLbl="sibTrans2D1" presStyleIdx="0" presStyleCnt="0"/>
      <dgm:spPr/>
    </dgm:pt>
    <dgm:pt modelId="{1388A61A-9E8A-477C-B11E-952B23126079}" type="pres">
      <dgm:prSet presAssocID="{7EDCB9D3-D8C4-46C1-8728-69C1AE14C59E}" presName="compNode" presStyleCnt="0"/>
      <dgm:spPr/>
    </dgm:pt>
    <dgm:pt modelId="{FE63218F-B28E-42E1-A246-7C9C10A5D229}" type="pres">
      <dgm:prSet presAssocID="{7EDCB9D3-D8C4-46C1-8728-69C1AE14C59E}" presName="node" presStyleLbl="node1" presStyleIdx="1" presStyleCnt="2">
        <dgm:presLayoutVars>
          <dgm:bulletEnabled val="1"/>
        </dgm:presLayoutVars>
      </dgm:prSet>
      <dgm:spPr/>
    </dgm:pt>
    <dgm:pt modelId="{0086BD89-3F08-4696-A00A-B53FAD72E03F}" type="pres">
      <dgm:prSet presAssocID="{7EDCB9D3-D8C4-46C1-8728-69C1AE14C59E}" presName="invisiNode" presStyleLbl="node1" presStyleIdx="1" presStyleCnt="2"/>
      <dgm:spPr/>
    </dgm:pt>
    <dgm:pt modelId="{802AAFA1-0288-4DDE-AA23-B1C7D75993BD}" type="pres">
      <dgm:prSet presAssocID="{7EDCB9D3-D8C4-46C1-8728-69C1AE14C59E}" presName="imagNode" presStyleLbl="fgImgPlace1" presStyleIdx="1" presStyleCnt="2"/>
      <dgm:spPr>
        <a:blipFill>
          <a:blip xmlns:r="http://schemas.openxmlformats.org/officeDocument/2006/relationships" r:embed="rId2"/>
          <a:srcRect/>
          <a:stretch>
            <a:fillRect t="-12000" b="-12000"/>
          </a:stretch>
        </a:blipFill>
      </dgm:spPr>
    </dgm:pt>
  </dgm:ptLst>
  <dgm:cxnLst>
    <dgm:cxn modelId="{91255110-8100-4B15-B551-53712DFE6164}" srcId="{7EDCB9D3-D8C4-46C1-8728-69C1AE14C59E}" destId="{06C78483-E10D-4E3F-BAE6-042D796706FA}" srcOrd="2" destOrd="0" parTransId="{D94DF4C8-AEC5-47B6-9994-3BA3C698CAD4}" sibTransId="{AF4E45A5-E7E4-414D-83D8-7D1296D9383A}"/>
    <dgm:cxn modelId="{E642E22C-366D-4E18-B6DF-5E5F36D5525A}" srcId="{FD42B3EE-39DD-461F-90C9-1D222545FD75}" destId="{614F7056-0CF4-45CB-A6DA-6A48E9F71CF6}" srcOrd="3" destOrd="0" parTransId="{A04816B7-1450-4922-8AE6-5DDD8E337A96}" sibTransId="{9C5C397E-05A1-4AA4-84D8-85BFD0956D42}"/>
    <dgm:cxn modelId="{62A5172F-F49E-451D-A605-BFB460669EAC}" type="presOf" srcId="{AAB2D710-2725-416F-A386-DFDA22C01CA7}" destId="{8F865307-70D1-4FE0-82F7-446D4C8AA997}" srcOrd="0" destOrd="0" presId="urn:microsoft.com/office/officeart/2005/8/layout/pList2"/>
    <dgm:cxn modelId="{421CD26D-1D25-4F80-B158-0D411D703894}" type="presOf" srcId="{BA7EE23F-D520-4102-961B-69C2E73DF8A7}" destId="{3A261F64-AFD2-40A6-B10A-36E01A29A623}" srcOrd="0" destOrd="0" presId="urn:microsoft.com/office/officeart/2005/8/layout/pList2"/>
    <dgm:cxn modelId="{0E301578-42FC-457B-916D-B4B3F7D8D94A}" type="presOf" srcId="{6DE65D12-4F6C-45C7-ACD2-B7879218ABBE}" destId="{FE63218F-B28E-42E1-A246-7C9C10A5D229}" srcOrd="0" destOrd="1" presId="urn:microsoft.com/office/officeart/2005/8/layout/pList2"/>
    <dgm:cxn modelId="{31EE3179-26D8-4A37-8A28-DD07AD19CD75}" type="presOf" srcId="{60153D8D-D103-4A69-8771-BDF24DBCCDB5}" destId="{8F865307-70D1-4FE0-82F7-446D4C8AA997}" srcOrd="0" destOrd="4" presId="urn:microsoft.com/office/officeart/2005/8/layout/pList2"/>
    <dgm:cxn modelId="{CE3C007D-B1BF-42CE-B9EC-3CFC140F53B4}" srcId="{BA7EE23F-D520-4102-961B-69C2E73DF8A7}" destId="{AAB2D710-2725-416F-A386-DFDA22C01CA7}" srcOrd="0" destOrd="0" parTransId="{8057FCB8-37DD-4A00-AEF5-310061172332}" sibTransId="{0321B423-6210-421A-98A3-A0D833F3D508}"/>
    <dgm:cxn modelId="{DB599283-4214-4BCC-9100-15C07B5986FD}" type="presOf" srcId="{E816B9E3-B069-46AC-BD5A-7FEB7E139D06}" destId="{8F865307-70D1-4FE0-82F7-446D4C8AA997}" srcOrd="0" destOrd="2" presId="urn:microsoft.com/office/officeart/2005/8/layout/pList2"/>
    <dgm:cxn modelId="{4F1AF083-1770-443D-96CD-D29C54E52A50}" srcId="{AAB2D710-2725-416F-A386-DFDA22C01CA7}" destId="{FD42B3EE-39DD-461F-90C9-1D222545FD75}" srcOrd="0" destOrd="0" parTransId="{7C7D93ED-C8D8-47F2-BF15-BE5B98565917}" sibTransId="{4549EF15-E8B2-4294-91E6-6968E40206EF}"/>
    <dgm:cxn modelId="{12ADB08D-C41B-41B0-A0AC-0FF661AB7F37}" srcId="{FD42B3EE-39DD-461F-90C9-1D222545FD75}" destId="{A5B2BA5E-CD59-44A2-A606-A2032E6D5C80}" srcOrd="1" destOrd="0" parTransId="{05D308B9-F735-4C7F-A1CB-07CDA8F50892}" sibTransId="{CF192DAE-6210-4885-9EAC-586A8A39DBA2}"/>
    <dgm:cxn modelId="{CB75C19B-7813-412A-9840-A4EB57B9ED25}" srcId="{FD42B3EE-39DD-461F-90C9-1D222545FD75}" destId="{60153D8D-D103-4A69-8771-BDF24DBCCDB5}" srcOrd="2" destOrd="0" parTransId="{BF9781DB-357A-4649-9683-DC5230944112}" sibTransId="{FFEC0546-929F-4E13-AC2F-29A7CF0E543E}"/>
    <dgm:cxn modelId="{436B75A1-C03B-40BC-8FAD-6F9AEE8575A8}" srcId="{BA7EE23F-D520-4102-961B-69C2E73DF8A7}" destId="{7EDCB9D3-D8C4-46C1-8728-69C1AE14C59E}" srcOrd="1" destOrd="0" parTransId="{5A763EC4-4D25-4291-A82C-AED042767A95}" sibTransId="{A76ED695-F4D6-49CA-85FA-B18B286428F9}"/>
    <dgm:cxn modelId="{8394CAA5-A06E-491A-BEAA-17B179E7CEC7}" type="presOf" srcId="{06C78483-E10D-4E3F-BAE6-042D796706FA}" destId="{FE63218F-B28E-42E1-A246-7C9C10A5D229}" srcOrd="0" destOrd="3" presId="urn:microsoft.com/office/officeart/2005/8/layout/pList2"/>
    <dgm:cxn modelId="{A76028AD-3FB9-43F6-87F7-60C257110DB7}" srcId="{7EDCB9D3-D8C4-46C1-8728-69C1AE14C59E}" destId="{6DE65D12-4F6C-45C7-ACD2-B7879218ABBE}" srcOrd="0" destOrd="0" parTransId="{CAEFBE59-1681-4773-9373-220032AC15AC}" sibTransId="{D78F5D13-11A1-45C2-90E1-E53DF4064106}"/>
    <dgm:cxn modelId="{6D3C89B1-39B5-48F6-84A3-27EDB6BE0B12}" type="presOf" srcId="{FD42B3EE-39DD-461F-90C9-1D222545FD75}" destId="{8F865307-70D1-4FE0-82F7-446D4C8AA997}" srcOrd="0" destOrd="1" presId="urn:microsoft.com/office/officeart/2005/8/layout/pList2"/>
    <dgm:cxn modelId="{7E6AF3B5-460A-4F7A-AFEB-B6A49FD37990}" type="presOf" srcId="{614F7056-0CF4-45CB-A6DA-6A48E9F71CF6}" destId="{8F865307-70D1-4FE0-82F7-446D4C8AA997}" srcOrd="0" destOrd="5" presId="urn:microsoft.com/office/officeart/2005/8/layout/pList2"/>
    <dgm:cxn modelId="{8E8016C3-3E4B-41A3-9547-7903D4AF19BD}" srcId="{7EDCB9D3-D8C4-46C1-8728-69C1AE14C59E}" destId="{085A4159-C668-49CA-A3E6-ABDCD71C4878}" srcOrd="1" destOrd="0" parTransId="{5DFC4E9D-64D2-49AE-A135-5553BCF99723}" sibTransId="{CC47BC01-D6C3-4EE7-A39E-9C6296A37E91}"/>
    <dgm:cxn modelId="{46666CD0-8C16-4FBF-B49E-EB9358BBC23C}" type="presOf" srcId="{085A4159-C668-49CA-A3E6-ABDCD71C4878}" destId="{FE63218F-B28E-42E1-A246-7C9C10A5D229}" srcOrd="0" destOrd="2" presId="urn:microsoft.com/office/officeart/2005/8/layout/pList2"/>
    <dgm:cxn modelId="{FFBA1BD7-314A-4571-8D06-14CF90635218}" srcId="{AAB2D710-2725-416F-A386-DFDA22C01CA7}" destId="{A59FCCDD-9EA2-4BBE-A09D-03985C05912F}" srcOrd="1" destOrd="0" parTransId="{C542A524-7C69-4B4A-B5DF-90311B9B0E32}" sibTransId="{929AC502-BB05-47BC-A53E-62E07BEA4489}"/>
    <dgm:cxn modelId="{443B61E3-678A-4544-A17C-684A5182925B}" type="presOf" srcId="{7EDCB9D3-D8C4-46C1-8728-69C1AE14C59E}" destId="{FE63218F-B28E-42E1-A246-7C9C10A5D229}" srcOrd="0" destOrd="0" presId="urn:microsoft.com/office/officeart/2005/8/layout/pList2"/>
    <dgm:cxn modelId="{986599E5-EA5C-4330-8A7E-6693E873371F}" type="presOf" srcId="{A59FCCDD-9EA2-4BBE-A09D-03985C05912F}" destId="{8F865307-70D1-4FE0-82F7-446D4C8AA997}" srcOrd="0" destOrd="6" presId="urn:microsoft.com/office/officeart/2005/8/layout/pList2"/>
    <dgm:cxn modelId="{E8713BE7-8028-4951-87B2-954BEC545A71}" type="presOf" srcId="{0321B423-6210-421A-98A3-A0D833F3D508}" destId="{D4C6393A-3D20-4E6E-AADE-06C9420C40CA}" srcOrd="0" destOrd="0" presId="urn:microsoft.com/office/officeart/2005/8/layout/pList2"/>
    <dgm:cxn modelId="{DF2487F0-69E9-4466-8985-E5AC294EF938}" srcId="{FD42B3EE-39DD-461F-90C9-1D222545FD75}" destId="{E816B9E3-B069-46AC-BD5A-7FEB7E139D06}" srcOrd="0" destOrd="0" parTransId="{25870A20-6FDB-44AA-9BC5-12DF6647DD9D}" sibTransId="{FD100D7B-9B43-4382-8329-EFE3F30E8894}"/>
    <dgm:cxn modelId="{6B1C4EFA-8A79-4531-ACBF-F9CB113508B3}" type="presOf" srcId="{A5B2BA5E-CD59-44A2-A606-A2032E6D5C80}" destId="{8F865307-70D1-4FE0-82F7-446D4C8AA997}" srcOrd="0" destOrd="3" presId="urn:microsoft.com/office/officeart/2005/8/layout/pList2"/>
    <dgm:cxn modelId="{EC33DAE9-EBE6-4123-A12E-9D9D4B67726B}" type="presParOf" srcId="{3A261F64-AFD2-40A6-B10A-36E01A29A623}" destId="{FC85EF69-E166-493C-89B4-550F433B53A8}" srcOrd="0" destOrd="0" presId="urn:microsoft.com/office/officeart/2005/8/layout/pList2"/>
    <dgm:cxn modelId="{6A535E81-4C82-4F6D-BF8F-62CDE2E6AD92}" type="presParOf" srcId="{3A261F64-AFD2-40A6-B10A-36E01A29A623}" destId="{BE1DD996-6159-41DD-8005-CB024577C5F3}" srcOrd="1" destOrd="0" presId="urn:microsoft.com/office/officeart/2005/8/layout/pList2"/>
    <dgm:cxn modelId="{80EC5AD4-D77F-41ED-9813-6EA2678C051F}" type="presParOf" srcId="{BE1DD996-6159-41DD-8005-CB024577C5F3}" destId="{FFE4B999-4648-4CB4-89AC-011E9BB75157}" srcOrd="0" destOrd="0" presId="urn:microsoft.com/office/officeart/2005/8/layout/pList2"/>
    <dgm:cxn modelId="{846C44F6-ED12-4FFD-8A12-DBDF02F336F3}" type="presParOf" srcId="{FFE4B999-4648-4CB4-89AC-011E9BB75157}" destId="{8F865307-70D1-4FE0-82F7-446D4C8AA997}" srcOrd="0" destOrd="0" presId="urn:microsoft.com/office/officeart/2005/8/layout/pList2"/>
    <dgm:cxn modelId="{138763E1-8815-4BA7-8F54-D4D63CCE962E}" type="presParOf" srcId="{FFE4B999-4648-4CB4-89AC-011E9BB75157}" destId="{B38D25CB-50E9-4514-A391-48899B2A64B3}" srcOrd="1" destOrd="0" presId="urn:microsoft.com/office/officeart/2005/8/layout/pList2"/>
    <dgm:cxn modelId="{AD4CD135-EB30-469E-9B97-01AF8E3E07EF}" type="presParOf" srcId="{FFE4B999-4648-4CB4-89AC-011E9BB75157}" destId="{0A647918-5049-4073-A2E4-48FBC8B5EC43}" srcOrd="2" destOrd="0" presId="urn:microsoft.com/office/officeart/2005/8/layout/pList2"/>
    <dgm:cxn modelId="{0560C606-9F1E-4BAE-BC9C-50F086837255}" type="presParOf" srcId="{BE1DD996-6159-41DD-8005-CB024577C5F3}" destId="{D4C6393A-3D20-4E6E-AADE-06C9420C40CA}" srcOrd="1" destOrd="0" presId="urn:microsoft.com/office/officeart/2005/8/layout/pList2"/>
    <dgm:cxn modelId="{C396A9BA-5EE8-4213-BFA5-E3ECB96963ED}" type="presParOf" srcId="{BE1DD996-6159-41DD-8005-CB024577C5F3}" destId="{1388A61A-9E8A-477C-B11E-952B23126079}" srcOrd="2" destOrd="0" presId="urn:microsoft.com/office/officeart/2005/8/layout/pList2"/>
    <dgm:cxn modelId="{D84E6C2B-BE81-4A3B-B14A-F50C87BB3A66}" type="presParOf" srcId="{1388A61A-9E8A-477C-B11E-952B23126079}" destId="{FE63218F-B28E-42E1-A246-7C9C10A5D229}" srcOrd="0" destOrd="0" presId="urn:microsoft.com/office/officeart/2005/8/layout/pList2"/>
    <dgm:cxn modelId="{7EAB2F8A-43F9-49CB-9D6A-6EBF72011855}" type="presParOf" srcId="{1388A61A-9E8A-477C-B11E-952B23126079}" destId="{0086BD89-3F08-4696-A00A-B53FAD72E03F}" srcOrd="1" destOrd="0" presId="urn:microsoft.com/office/officeart/2005/8/layout/pList2"/>
    <dgm:cxn modelId="{707EAE80-5D05-45CA-8B9A-B92ECBE477B5}" type="presParOf" srcId="{1388A61A-9E8A-477C-B11E-952B23126079}" destId="{802AAFA1-0288-4DDE-AA23-B1C7D75993BD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01F1B1F-2A6F-4F77-AA5F-C401E2D0940B}" type="doc">
      <dgm:prSet loTypeId="urn:microsoft.com/office/officeart/2005/8/layout/b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E4DF2A8-FC3A-43E6-AFB1-E90FF02E2844}">
      <dgm:prSet phldrT="[Text]" custT="1"/>
      <dgm:spPr/>
      <dgm:t>
        <a:bodyPr/>
        <a:lstStyle/>
        <a:p>
          <a:r>
            <a:rPr lang="en-IN" sz="1200" dirty="0"/>
            <a:t>Data Collection</a:t>
          </a:r>
        </a:p>
      </dgm:t>
    </dgm:pt>
    <dgm:pt modelId="{03F2CCFC-BBC7-469E-9EFB-E083ECB979D5}" type="parTrans" cxnId="{1E983DF2-461E-4E80-8C89-09481A9DA7AF}">
      <dgm:prSet/>
      <dgm:spPr/>
      <dgm:t>
        <a:bodyPr/>
        <a:lstStyle/>
        <a:p>
          <a:endParaRPr lang="en-IN"/>
        </a:p>
      </dgm:t>
    </dgm:pt>
    <dgm:pt modelId="{26367250-D86E-47B6-994C-6CB2AEF776A8}" type="sibTrans" cxnId="{1E983DF2-461E-4E80-8C89-09481A9DA7AF}">
      <dgm:prSet/>
      <dgm:spPr/>
      <dgm:t>
        <a:bodyPr/>
        <a:lstStyle/>
        <a:p>
          <a:endParaRPr lang="en-IN"/>
        </a:p>
      </dgm:t>
    </dgm:pt>
    <dgm:pt modelId="{436465B7-CABD-4F3C-925F-A2253FFB7C40}">
      <dgm:prSet phldrT="[Text]" custT="1"/>
      <dgm:spPr/>
      <dgm:t>
        <a:bodyPr/>
        <a:lstStyle/>
        <a:p>
          <a:r>
            <a:rPr lang="en-IN" sz="1200" dirty="0"/>
            <a:t>Aspect-Based Sentiment Analysis (ABSA)</a:t>
          </a:r>
        </a:p>
      </dgm:t>
    </dgm:pt>
    <dgm:pt modelId="{48C2D8CC-E01B-4207-A43A-402AF864BAC7}" type="parTrans" cxnId="{770FD2A0-3DC1-4EDD-9D6E-2374CEE930E6}">
      <dgm:prSet/>
      <dgm:spPr/>
      <dgm:t>
        <a:bodyPr/>
        <a:lstStyle/>
        <a:p>
          <a:endParaRPr lang="en-IN"/>
        </a:p>
      </dgm:t>
    </dgm:pt>
    <dgm:pt modelId="{D499700A-C648-4292-986D-21F02A3486F4}" type="sibTrans" cxnId="{770FD2A0-3DC1-4EDD-9D6E-2374CEE930E6}">
      <dgm:prSet/>
      <dgm:spPr/>
      <dgm:t>
        <a:bodyPr/>
        <a:lstStyle/>
        <a:p>
          <a:endParaRPr lang="en-IN"/>
        </a:p>
      </dgm:t>
    </dgm:pt>
    <dgm:pt modelId="{EBDCCE7D-5123-492A-8D34-0ACD47D972F7}">
      <dgm:prSet phldrT="[Text]" custT="1"/>
      <dgm:spPr/>
      <dgm:t>
        <a:bodyPr/>
        <a:lstStyle/>
        <a:p>
          <a:r>
            <a:rPr lang="en-IN" sz="1200" dirty="0"/>
            <a:t>Data Analysis</a:t>
          </a:r>
        </a:p>
      </dgm:t>
    </dgm:pt>
    <dgm:pt modelId="{79D60249-B817-4E0D-AF70-8ECBB959B32B}" type="parTrans" cxnId="{2D97D54F-5F38-463C-94D6-1EC7524B6CD7}">
      <dgm:prSet/>
      <dgm:spPr/>
      <dgm:t>
        <a:bodyPr/>
        <a:lstStyle/>
        <a:p>
          <a:endParaRPr lang="en-IN"/>
        </a:p>
      </dgm:t>
    </dgm:pt>
    <dgm:pt modelId="{76304618-F45D-46D6-905A-43D0B044806B}" type="sibTrans" cxnId="{2D97D54F-5F38-463C-94D6-1EC7524B6CD7}">
      <dgm:prSet/>
      <dgm:spPr/>
      <dgm:t>
        <a:bodyPr/>
        <a:lstStyle/>
        <a:p>
          <a:endParaRPr lang="en-IN"/>
        </a:p>
      </dgm:t>
    </dgm:pt>
    <dgm:pt modelId="{1CF3D48F-5260-4B88-80DE-7FE2221D9A0A}">
      <dgm:prSet phldrT="[Text]" custT="1"/>
      <dgm:spPr/>
      <dgm:t>
        <a:bodyPr/>
        <a:lstStyle/>
        <a:p>
          <a:r>
            <a:rPr lang="en-IN" sz="1200" dirty="0"/>
            <a:t>Visualization</a:t>
          </a:r>
        </a:p>
      </dgm:t>
    </dgm:pt>
    <dgm:pt modelId="{174F1F59-424E-4B69-9955-82F91D1B0DDB}" type="parTrans" cxnId="{6166508E-F321-448C-B12E-05AA44EF8F06}">
      <dgm:prSet/>
      <dgm:spPr/>
      <dgm:t>
        <a:bodyPr/>
        <a:lstStyle/>
        <a:p>
          <a:endParaRPr lang="en-IN"/>
        </a:p>
      </dgm:t>
    </dgm:pt>
    <dgm:pt modelId="{380F4816-763D-41DA-B855-CE2036D13FC8}" type="sibTrans" cxnId="{6166508E-F321-448C-B12E-05AA44EF8F06}">
      <dgm:prSet/>
      <dgm:spPr/>
      <dgm:t>
        <a:bodyPr/>
        <a:lstStyle/>
        <a:p>
          <a:endParaRPr lang="en-IN"/>
        </a:p>
      </dgm:t>
    </dgm:pt>
    <dgm:pt modelId="{451E327E-D0B1-4314-A73B-57F92DA70226}">
      <dgm:prSet phldrT="[Text]" custT="1"/>
      <dgm:spPr/>
      <dgm:t>
        <a:bodyPr/>
        <a:lstStyle/>
        <a:p>
          <a:r>
            <a:rPr lang="en-IN" sz="1200" dirty="0"/>
            <a:t>Reporting and Recommendations</a:t>
          </a:r>
        </a:p>
      </dgm:t>
    </dgm:pt>
    <dgm:pt modelId="{0F475C67-10E6-47F8-A386-419BF0DC3D17}" type="parTrans" cxnId="{7B97EF90-DB0F-43DB-977C-70E417421F7E}">
      <dgm:prSet/>
      <dgm:spPr/>
      <dgm:t>
        <a:bodyPr/>
        <a:lstStyle/>
        <a:p>
          <a:endParaRPr lang="en-IN"/>
        </a:p>
      </dgm:t>
    </dgm:pt>
    <dgm:pt modelId="{1C16A7E1-2A6B-4A65-AB4D-A2C217F8F94E}" type="sibTrans" cxnId="{7B97EF90-DB0F-43DB-977C-70E417421F7E}">
      <dgm:prSet/>
      <dgm:spPr/>
      <dgm:t>
        <a:bodyPr/>
        <a:lstStyle/>
        <a:p>
          <a:endParaRPr lang="en-IN"/>
        </a:p>
      </dgm:t>
    </dgm:pt>
    <dgm:pt modelId="{11BC41CD-7F81-47B5-B796-D6BB3AB113D8}">
      <dgm:prSet phldrT="[Text]" custT="1"/>
      <dgm:spPr/>
      <dgm:t>
        <a:bodyPr/>
        <a:lstStyle/>
        <a:p>
          <a:r>
            <a:rPr lang="en-IN" sz="1200" dirty="0"/>
            <a:t>Deployment</a:t>
          </a:r>
        </a:p>
      </dgm:t>
    </dgm:pt>
    <dgm:pt modelId="{4C052905-C315-4D97-B48E-ED19C39A9518}" type="parTrans" cxnId="{095ED21A-F025-4DE4-8CFA-31681CEF0F66}">
      <dgm:prSet/>
      <dgm:spPr/>
      <dgm:t>
        <a:bodyPr/>
        <a:lstStyle/>
        <a:p>
          <a:endParaRPr lang="en-IN"/>
        </a:p>
      </dgm:t>
    </dgm:pt>
    <dgm:pt modelId="{96DC31E4-D2CF-4114-9FEE-9CD4675DA1AA}" type="sibTrans" cxnId="{095ED21A-F025-4DE4-8CFA-31681CEF0F66}">
      <dgm:prSet/>
      <dgm:spPr/>
      <dgm:t>
        <a:bodyPr/>
        <a:lstStyle/>
        <a:p>
          <a:endParaRPr lang="en-IN"/>
        </a:p>
      </dgm:t>
    </dgm:pt>
    <dgm:pt modelId="{8CD2388F-4627-40FA-901A-2A1ACE7CF28D}">
      <dgm:prSet phldrT="[Text]" custT="1"/>
      <dgm:spPr/>
      <dgm:t>
        <a:bodyPr/>
        <a:lstStyle/>
        <a:p>
          <a:r>
            <a:rPr lang="en-IN" sz="1200" dirty="0"/>
            <a:t>Feedback Loop</a:t>
          </a:r>
        </a:p>
      </dgm:t>
    </dgm:pt>
    <dgm:pt modelId="{0FC0B32C-8497-4A89-95ED-9313973B4F91}" type="parTrans" cxnId="{ABBC34DA-D4F8-48BF-BF81-971156C8F725}">
      <dgm:prSet/>
      <dgm:spPr/>
      <dgm:t>
        <a:bodyPr/>
        <a:lstStyle/>
        <a:p>
          <a:endParaRPr lang="en-IN"/>
        </a:p>
      </dgm:t>
    </dgm:pt>
    <dgm:pt modelId="{BAED2AA9-AAB7-4C30-AD63-2C002B8DC0B8}" type="sibTrans" cxnId="{ABBC34DA-D4F8-48BF-BF81-971156C8F725}">
      <dgm:prSet/>
      <dgm:spPr/>
      <dgm:t>
        <a:bodyPr/>
        <a:lstStyle/>
        <a:p>
          <a:endParaRPr lang="en-IN"/>
        </a:p>
      </dgm:t>
    </dgm:pt>
    <dgm:pt modelId="{ECBB6EFC-4916-4E2B-9988-5D78B5023772}">
      <dgm:prSet phldrT="[Text]" custT="1"/>
      <dgm:spPr/>
      <dgm:t>
        <a:bodyPr/>
        <a:lstStyle/>
        <a:p>
          <a:r>
            <a:rPr lang="en-IN" sz="1200" dirty="0"/>
            <a:t>Internal Metadata</a:t>
          </a:r>
        </a:p>
      </dgm:t>
    </dgm:pt>
    <dgm:pt modelId="{9DAC369B-679E-47C7-8038-88D6B4BB0E0C}" type="parTrans" cxnId="{03EC60C9-1168-4A9E-B614-0BF288E70798}">
      <dgm:prSet/>
      <dgm:spPr/>
      <dgm:t>
        <a:bodyPr/>
        <a:lstStyle/>
        <a:p>
          <a:endParaRPr lang="en-IN"/>
        </a:p>
      </dgm:t>
    </dgm:pt>
    <dgm:pt modelId="{123E61F0-2F6C-4549-B658-1126CFCE78CA}" type="sibTrans" cxnId="{03EC60C9-1168-4A9E-B614-0BF288E70798}">
      <dgm:prSet/>
      <dgm:spPr/>
      <dgm:t>
        <a:bodyPr/>
        <a:lstStyle/>
        <a:p>
          <a:endParaRPr lang="en-IN"/>
        </a:p>
      </dgm:t>
    </dgm:pt>
    <dgm:pt modelId="{372C997B-885A-4F76-A64F-C212DC58BE3A}">
      <dgm:prSet custT="1"/>
      <dgm:spPr/>
      <dgm:t>
        <a:bodyPr/>
        <a:lstStyle/>
        <a:p>
          <a:r>
            <a:rPr lang="en-IN" sz="1200" dirty="0"/>
            <a:t>Web-Scraped Product Reviews</a:t>
          </a:r>
        </a:p>
      </dgm:t>
    </dgm:pt>
    <dgm:pt modelId="{76E5C83B-E4D3-494D-9861-5AFB19C37542}" type="parTrans" cxnId="{64AE4E2A-DE61-4716-95C5-26A31AFE14B0}">
      <dgm:prSet/>
      <dgm:spPr/>
      <dgm:t>
        <a:bodyPr/>
        <a:lstStyle/>
        <a:p>
          <a:endParaRPr lang="en-IN"/>
        </a:p>
      </dgm:t>
    </dgm:pt>
    <dgm:pt modelId="{B46DBED1-912E-4CF6-9EB4-D324D7BFB949}" type="sibTrans" cxnId="{64AE4E2A-DE61-4716-95C5-26A31AFE14B0}">
      <dgm:prSet/>
      <dgm:spPr/>
      <dgm:t>
        <a:bodyPr/>
        <a:lstStyle/>
        <a:p>
          <a:endParaRPr lang="en-IN"/>
        </a:p>
      </dgm:t>
    </dgm:pt>
    <dgm:pt modelId="{F67E79D9-88CA-42B9-B707-5B28335CA8CC}">
      <dgm:prSet custT="1"/>
      <dgm:spPr/>
      <dgm:t>
        <a:bodyPr/>
        <a:lstStyle/>
        <a:p>
          <a:r>
            <a:rPr lang="en-IN" sz="1200" dirty="0"/>
            <a:t>Data Preprocessing</a:t>
          </a:r>
        </a:p>
      </dgm:t>
    </dgm:pt>
    <dgm:pt modelId="{3E10E256-EBCB-44B9-9AF9-76B74E8B8449}" type="parTrans" cxnId="{B11FAAA9-6BB0-4A5C-934E-B8BDB6FC02E6}">
      <dgm:prSet/>
      <dgm:spPr/>
      <dgm:t>
        <a:bodyPr/>
        <a:lstStyle/>
        <a:p>
          <a:endParaRPr lang="en-IN"/>
        </a:p>
      </dgm:t>
    </dgm:pt>
    <dgm:pt modelId="{0135CC03-2EA8-4072-AFD8-6354F1789C4C}" type="sibTrans" cxnId="{B11FAAA9-6BB0-4A5C-934E-B8BDB6FC02E6}">
      <dgm:prSet/>
      <dgm:spPr/>
      <dgm:t>
        <a:bodyPr/>
        <a:lstStyle/>
        <a:p>
          <a:endParaRPr lang="en-IN"/>
        </a:p>
      </dgm:t>
    </dgm:pt>
    <dgm:pt modelId="{ADB7F61B-0BDF-458D-AEEC-D8CD2876B36B}">
      <dgm:prSet custT="1"/>
      <dgm:spPr/>
      <dgm:t>
        <a:bodyPr/>
        <a:lstStyle/>
        <a:p>
          <a:r>
            <a:rPr lang="en-IN" sz="1200" dirty="0"/>
            <a:t>Text Cleaning</a:t>
          </a:r>
        </a:p>
      </dgm:t>
    </dgm:pt>
    <dgm:pt modelId="{C50DFC44-066B-4633-B94E-553A65599DA6}" type="parTrans" cxnId="{7521F467-DF6E-4F71-A0AF-3C0160E17E4F}">
      <dgm:prSet/>
      <dgm:spPr/>
      <dgm:t>
        <a:bodyPr/>
        <a:lstStyle/>
        <a:p>
          <a:endParaRPr lang="en-IN"/>
        </a:p>
      </dgm:t>
    </dgm:pt>
    <dgm:pt modelId="{7EEF1D0B-BC92-446A-AAFF-CECF2A541B96}" type="sibTrans" cxnId="{7521F467-DF6E-4F71-A0AF-3C0160E17E4F}">
      <dgm:prSet/>
      <dgm:spPr/>
      <dgm:t>
        <a:bodyPr/>
        <a:lstStyle/>
        <a:p>
          <a:endParaRPr lang="en-IN"/>
        </a:p>
      </dgm:t>
    </dgm:pt>
    <dgm:pt modelId="{E913A12C-2E2F-437C-BDDF-44FC6E7DEA17}">
      <dgm:prSet custT="1"/>
      <dgm:spPr/>
      <dgm:t>
        <a:bodyPr/>
        <a:lstStyle/>
        <a:p>
          <a:r>
            <a:rPr lang="en-IN" sz="1200" dirty="0"/>
            <a:t>Date Formatting</a:t>
          </a:r>
        </a:p>
      </dgm:t>
    </dgm:pt>
    <dgm:pt modelId="{7B294B59-116F-45F7-A3A3-5B4C346BCECF}" type="parTrans" cxnId="{AEC05A34-2B3B-402F-A192-1A3CA35C678A}">
      <dgm:prSet/>
      <dgm:spPr/>
      <dgm:t>
        <a:bodyPr/>
        <a:lstStyle/>
        <a:p>
          <a:endParaRPr lang="en-IN"/>
        </a:p>
      </dgm:t>
    </dgm:pt>
    <dgm:pt modelId="{A8A8310B-D666-4BD4-AA81-11B951CC8CEE}" type="sibTrans" cxnId="{AEC05A34-2B3B-402F-A192-1A3CA35C678A}">
      <dgm:prSet/>
      <dgm:spPr/>
      <dgm:t>
        <a:bodyPr/>
        <a:lstStyle/>
        <a:p>
          <a:endParaRPr lang="en-IN"/>
        </a:p>
      </dgm:t>
    </dgm:pt>
    <dgm:pt modelId="{E6D24238-5737-466B-B322-428EDC6FF6D7}">
      <dgm:prSet phldrT="[Text]" custT="1"/>
      <dgm:spPr/>
      <dgm:t>
        <a:bodyPr/>
        <a:lstStyle/>
        <a:p>
          <a:r>
            <a:rPr lang="en-IN" sz="1200" dirty="0"/>
            <a:t>Prompt Generation</a:t>
          </a:r>
        </a:p>
      </dgm:t>
    </dgm:pt>
    <dgm:pt modelId="{42898E13-523A-45BA-9C18-C99CE2D5B77D}" type="parTrans" cxnId="{7ADDF604-E303-4D6C-A1CC-4B5777143789}">
      <dgm:prSet/>
      <dgm:spPr/>
      <dgm:t>
        <a:bodyPr/>
        <a:lstStyle/>
        <a:p>
          <a:endParaRPr lang="en-IN"/>
        </a:p>
      </dgm:t>
    </dgm:pt>
    <dgm:pt modelId="{8ED4FE46-0150-4C2B-A388-DEA4CCAF3FF6}" type="sibTrans" cxnId="{7ADDF604-E303-4D6C-A1CC-4B5777143789}">
      <dgm:prSet/>
      <dgm:spPr/>
      <dgm:t>
        <a:bodyPr/>
        <a:lstStyle/>
        <a:p>
          <a:endParaRPr lang="en-IN"/>
        </a:p>
      </dgm:t>
    </dgm:pt>
    <dgm:pt modelId="{1FAD4BEF-1A8E-4A17-8177-B393A3DC3285}">
      <dgm:prSet custT="1"/>
      <dgm:spPr/>
      <dgm:t>
        <a:bodyPr/>
        <a:lstStyle/>
        <a:p>
          <a:r>
            <a:rPr lang="en-IN" sz="1200" dirty="0"/>
            <a:t>Model Execution</a:t>
          </a:r>
        </a:p>
      </dgm:t>
    </dgm:pt>
    <dgm:pt modelId="{B2B30541-1689-410C-ADFB-BB242563D43F}" type="parTrans" cxnId="{63C2311A-CCBB-4872-A1EC-376742F1BB94}">
      <dgm:prSet/>
      <dgm:spPr/>
      <dgm:t>
        <a:bodyPr/>
        <a:lstStyle/>
        <a:p>
          <a:endParaRPr lang="en-IN"/>
        </a:p>
      </dgm:t>
    </dgm:pt>
    <dgm:pt modelId="{18E1CC67-8C74-4CE6-AFF7-D7C54949991C}" type="sibTrans" cxnId="{63C2311A-CCBB-4872-A1EC-376742F1BB94}">
      <dgm:prSet/>
      <dgm:spPr/>
      <dgm:t>
        <a:bodyPr/>
        <a:lstStyle/>
        <a:p>
          <a:endParaRPr lang="en-IN"/>
        </a:p>
      </dgm:t>
    </dgm:pt>
    <dgm:pt modelId="{8CC0A9C2-AF2C-4954-A63C-2F8E6A6968B1}">
      <dgm:prSet custT="1"/>
      <dgm:spPr/>
      <dgm:t>
        <a:bodyPr/>
        <a:lstStyle/>
        <a:p>
          <a:r>
            <a:rPr lang="en-IN" sz="1200" dirty="0"/>
            <a:t>Error Handling</a:t>
          </a:r>
        </a:p>
      </dgm:t>
    </dgm:pt>
    <dgm:pt modelId="{B835A2B0-34B4-4445-A72E-54488EB08FC1}" type="parTrans" cxnId="{D9338136-93F0-421F-96FC-5621770A33B4}">
      <dgm:prSet/>
      <dgm:spPr/>
      <dgm:t>
        <a:bodyPr/>
        <a:lstStyle/>
        <a:p>
          <a:endParaRPr lang="en-IN"/>
        </a:p>
      </dgm:t>
    </dgm:pt>
    <dgm:pt modelId="{F705650F-EFC6-40CB-A895-EA989C394D5A}" type="sibTrans" cxnId="{D9338136-93F0-421F-96FC-5621770A33B4}">
      <dgm:prSet/>
      <dgm:spPr/>
      <dgm:t>
        <a:bodyPr/>
        <a:lstStyle/>
        <a:p>
          <a:endParaRPr lang="en-IN"/>
        </a:p>
      </dgm:t>
    </dgm:pt>
    <dgm:pt modelId="{29766B15-A0A3-401B-8302-73E68FC94FCC}">
      <dgm:prSet phldrT="[Text]" custT="1"/>
      <dgm:spPr/>
      <dgm:t>
        <a:bodyPr/>
        <a:lstStyle/>
        <a:p>
          <a:r>
            <a:rPr lang="en-IN" sz="1200" dirty="0"/>
            <a:t>Sentiment Trend Analysis</a:t>
          </a:r>
        </a:p>
      </dgm:t>
    </dgm:pt>
    <dgm:pt modelId="{7077F9AE-02D3-461E-8543-6A91E404446A}" type="parTrans" cxnId="{47CD330D-0DDE-48F9-A95D-E89E1890C9AD}">
      <dgm:prSet/>
      <dgm:spPr/>
      <dgm:t>
        <a:bodyPr/>
        <a:lstStyle/>
        <a:p>
          <a:endParaRPr lang="en-IN"/>
        </a:p>
      </dgm:t>
    </dgm:pt>
    <dgm:pt modelId="{2BEA2CDB-D53E-458A-A702-8926A996BA9F}" type="sibTrans" cxnId="{47CD330D-0DDE-48F9-A95D-E89E1890C9AD}">
      <dgm:prSet/>
      <dgm:spPr/>
      <dgm:t>
        <a:bodyPr/>
        <a:lstStyle/>
        <a:p>
          <a:endParaRPr lang="en-IN"/>
        </a:p>
      </dgm:t>
    </dgm:pt>
    <dgm:pt modelId="{CFC3A8C3-D318-46E5-8277-8F8AC338AE16}">
      <dgm:prSet custT="1"/>
      <dgm:spPr/>
      <dgm:t>
        <a:bodyPr/>
        <a:lstStyle/>
        <a:p>
          <a:r>
            <a:rPr lang="en-IN" sz="1200" dirty="0"/>
            <a:t>Aspect Co-occurrence Analysis</a:t>
          </a:r>
        </a:p>
      </dgm:t>
    </dgm:pt>
    <dgm:pt modelId="{2F2016F6-7D54-40BF-8352-FF468F1875EE}" type="parTrans" cxnId="{42900587-F5DF-4329-AAEC-8C38612A4F6D}">
      <dgm:prSet/>
      <dgm:spPr/>
      <dgm:t>
        <a:bodyPr/>
        <a:lstStyle/>
        <a:p>
          <a:endParaRPr lang="en-IN"/>
        </a:p>
      </dgm:t>
    </dgm:pt>
    <dgm:pt modelId="{259FA81E-666D-44AC-9CF8-791F05F015FF}" type="sibTrans" cxnId="{42900587-F5DF-4329-AAEC-8C38612A4F6D}">
      <dgm:prSet/>
      <dgm:spPr/>
      <dgm:t>
        <a:bodyPr/>
        <a:lstStyle/>
        <a:p>
          <a:endParaRPr lang="en-IN"/>
        </a:p>
      </dgm:t>
    </dgm:pt>
    <dgm:pt modelId="{2641DB8E-1D34-4A3D-BB88-1EB9B8341A28}">
      <dgm:prSet phldrT="[Text]" custT="1"/>
      <dgm:spPr/>
      <dgm:t>
        <a:bodyPr/>
        <a:lstStyle/>
        <a:p>
          <a:r>
            <a:rPr lang="en-IN" sz="1200" dirty="0"/>
            <a:t>Sentiment Trend Analysis Plot</a:t>
          </a:r>
        </a:p>
      </dgm:t>
    </dgm:pt>
    <dgm:pt modelId="{272045DE-8437-4E3A-9F7B-99C476E2802D}" type="parTrans" cxnId="{B6837B0C-186B-4D1A-9A68-E4FA7349F978}">
      <dgm:prSet/>
      <dgm:spPr/>
      <dgm:t>
        <a:bodyPr/>
        <a:lstStyle/>
        <a:p>
          <a:endParaRPr lang="en-IN"/>
        </a:p>
      </dgm:t>
    </dgm:pt>
    <dgm:pt modelId="{624883E5-BF29-48E6-824F-F126ECEB7263}" type="sibTrans" cxnId="{B6837B0C-186B-4D1A-9A68-E4FA7349F978}">
      <dgm:prSet/>
      <dgm:spPr/>
      <dgm:t>
        <a:bodyPr/>
        <a:lstStyle/>
        <a:p>
          <a:endParaRPr lang="en-IN"/>
        </a:p>
      </dgm:t>
    </dgm:pt>
    <dgm:pt modelId="{24784B61-4B31-43E6-82F6-4A032F022181}">
      <dgm:prSet custT="1"/>
      <dgm:spPr/>
      <dgm:t>
        <a:bodyPr/>
        <a:lstStyle/>
        <a:p>
          <a:r>
            <a:rPr lang="en-IN" sz="1200" dirty="0"/>
            <a:t>Aspect Co-occurrence Heatmap</a:t>
          </a:r>
        </a:p>
      </dgm:t>
    </dgm:pt>
    <dgm:pt modelId="{E134420D-3A4D-44B1-B44C-1E2B3C18D80D}" type="parTrans" cxnId="{6CD4F339-77DE-466A-9E49-07170E5ECF00}">
      <dgm:prSet/>
      <dgm:spPr/>
      <dgm:t>
        <a:bodyPr/>
        <a:lstStyle/>
        <a:p>
          <a:endParaRPr lang="en-IN"/>
        </a:p>
      </dgm:t>
    </dgm:pt>
    <dgm:pt modelId="{50B0CC3A-00F0-4F4C-8DCD-75A7EEF84A97}" type="sibTrans" cxnId="{6CD4F339-77DE-466A-9E49-07170E5ECF00}">
      <dgm:prSet/>
      <dgm:spPr/>
      <dgm:t>
        <a:bodyPr/>
        <a:lstStyle/>
        <a:p>
          <a:endParaRPr lang="en-IN"/>
        </a:p>
      </dgm:t>
    </dgm:pt>
    <dgm:pt modelId="{3C907FB0-5832-42FD-930E-95EACF13095D}">
      <dgm:prSet custT="1"/>
      <dgm:spPr/>
      <dgm:t>
        <a:bodyPr/>
        <a:lstStyle/>
        <a:p>
          <a:r>
            <a:rPr lang="en-IN" sz="1200" dirty="0"/>
            <a:t>Product Comparison Dashboard</a:t>
          </a:r>
        </a:p>
      </dgm:t>
    </dgm:pt>
    <dgm:pt modelId="{D591E0F2-5C53-4355-B2CF-DCB753662EF3}" type="parTrans" cxnId="{3AC9ABC1-340A-484C-AE65-36372870C9C6}">
      <dgm:prSet/>
      <dgm:spPr/>
      <dgm:t>
        <a:bodyPr/>
        <a:lstStyle/>
        <a:p>
          <a:endParaRPr lang="en-IN"/>
        </a:p>
      </dgm:t>
    </dgm:pt>
    <dgm:pt modelId="{4DF2D759-DCEE-4B65-AF3C-2276B99A7CA9}" type="sibTrans" cxnId="{3AC9ABC1-340A-484C-AE65-36372870C9C6}">
      <dgm:prSet/>
      <dgm:spPr/>
      <dgm:t>
        <a:bodyPr/>
        <a:lstStyle/>
        <a:p>
          <a:endParaRPr lang="en-IN"/>
        </a:p>
      </dgm:t>
    </dgm:pt>
    <dgm:pt modelId="{549CDD7A-89DD-4C8A-B9CC-7BFC461850B7}">
      <dgm:prSet custT="1"/>
      <dgm:spPr/>
      <dgm:t>
        <a:bodyPr/>
        <a:lstStyle/>
        <a:p>
          <a:r>
            <a:rPr lang="en-IN" sz="1200" dirty="0"/>
            <a:t>Sentiment-Specific Word Clouds</a:t>
          </a:r>
        </a:p>
      </dgm:t>
    </dgm:pt>
    <dgm:pt modelId="{0CDC8E8E-0FAE-4BFF-8588-6854A75587DA}" type="parTrans" cxnId="{4709E235-347E-4FCF-8415-ED241988C20D}">
      <dgm:prSet/>
      <dgm:spPr/>
      <dgm:t>
        <a:bodyPr/>
        <a:lstStyle/>
        <a:p>
          <a:endParaRPr lang="en-IN"/>
        </a:p>
      </dgm:t>
    </dgm:pt>
    <dgm:pt modelId="{1BC3E583-C793-4422-ADE1-01F4D3698C8C}" type="sibTrans" cxnId="{4709E235-347E-4FCF-8415-ED241988C20D}">
      <dgm:prSet/>
      <dgm:spPr/>
      <dgm:t>
        <a:bodyPr/>
        <a:lstStyle/>
        <a:p>
          <a:endParaRPr lang="en-IN"/>
        </a:p>
      </dgm:t>
    </dgm:pt>
    <dgm:pt modelId="{B0910435-6F09-41F8-8659-7C46815BD038}">
      <dgm:prSet phldrT="[Text]" custT="1"/>
      <dgm:spPr/>
      <dgm:t>
        <a:bodyPr/>
        <a:lstStyle/>
        <a:p>
          <a:r>
            <a:rPr lang="en-IN" sz="1200" dirty="0"/>
            <a:t>Generate Reports</a:t>
          </a:r>
        </a:p>
      </dgm:t>
    </dgm:pt>
    <dgm:pt modelId="{1E0BF15F-A296-40CA-A4C0-53F50AF24717}" type="parTrans" cxnId="{1CA0563C-FFD8-4746-97D7-FA2B1162BCCE}">
      <dgm:prSet/>
      <dgm:spPr/>
      <dgm:t>
        <a:bodyPr/>
        <a:lstStyle/>
        <a:p>
          <a:endParaRPr lang="en-IN"/>
        </a:p>
      </dgm:t>
    </dgm:pt>
    <dgm:pt modelId="{6ED8876A-916C-44D5-B2B1-961D17D248FE}" type="sibTrans" cxnId="{1CA0563C-FFD8-4746-97D7-FA2B1162BCCE}">
      <dgm:prSet/>
      <dgm:spPr/>
      <dgm:t>
        <a:bodyPr/>
        <a:lstStyle/>
        <a:p>
          <a:endParaRPr lang="en-IN"/>
        </a:p>
      </dgm:t>
    </dgm:pt>
    <dgm:pt modelId="{0A5709BC-4F02-4AB8-AB41-ECEA83E1AB74}">
      <dgm:prSet custT="1"/>
      <dgm:spPr/>
      <dgm:t>
        <a:bodyPr/>
        <a:lstStyle/>
        <a:p>
          <a:r>
            <a:rPr lang="en-IN" sz="1200" dirty="0"/>
            <a:t>Recommendations</a:t>
          </a:r>
        </a:p>
      </dgm:t>
    </dgm:pt>
    <dgm:pt modelId="{EEE4C9AC-76A1-4F9F-98B4-136574B0FDF1}" type="parTrans" cxnId="{29458443-74FB-4CB2-B04F-E0A4DCB4A2BF}">
      <dgm:prSet/>
      <dgm:spPr/>
      <dgm:t>
        <a:bodyPr/>
        <a:lstStyle/>
        <a:p>
          <a:endParaRPr lang="en-IN"/>
        </a:p>
      </dgm:t>
    </dgm:pt>
    <dgm:pt modelId="{5F76317E-8CF8-4339-A08F-B7C5CCFD705D}" type="sibTrans" cxnId="{29458443-74FB-4CB2-B04F-E0A4DCB4A2BF}">
      <dgm:prSet/>
      <dgm:spPr/>
      <dgm:t>
        <a:bodyPr/>
        <a:lstStyle/>
        <a:p>
          <a:endParaRPr lang="en-IN"/>
        </a:p>
      </dgm:t>
    </dgm:pt>
    <dgm:pt modelId="{5EA3142F-71E8-49B4-BBD4-46A361276FCE}">
      <dgm:prSet phldrT="[Text]" custT="1"/>
      <dgm:spPr/>
      <dgm:t>
        <a:bodyPr/>
        <a:lstStyle/>
        <a:p>
          <a:r>
            <a:rPr lang="en-IN" sz="1200" dirty="0"/>
            <a:t>Automate Data Collection</a:t>
          </a:r>
        </a:p>
      </dgm:t>
    </dgm:pt>
    <dgm:pt modelId="{0CFE86DA-D961-4F93-A08E-46EE52A16FA8}" type="parTrans" cxnId="{C790C3C0-5A6F-4A6F-B40F-E347B8548091}">
      <dgm:prSet/>
      <dgm:spPr/>
      <dgm:t>
        <a:bodyPr/>
        <a:lstStyle/>
        <a:p>
          <a:endParaRPr lang="en-IN"/>
        </a:p>
      </dgm:t>
    </dgm:pt>
    <dgm:pt modelId="{7DF82115-8B5C-4D2A-9265-F78653C25622}" type="sibTrans" cxnId="{C790C3C0-5A6F-4A6F-B40F-E347B8548091}">
      <dgm:prSet/>
      <dgm:spPr/>
      <dgm:t>
        <a:bodyPr/>
        <a:lstStyle/>
        <a:p>
          <a:endParaRPr lang="en-IN"/>
        </a:p>
      </dgm:t>
    </dgm:pt>
    <dgm:pt modelId="{4AB9B41A-79D5-4B32-B1CE-9B8CD33AF457}">
      <dgm:prSet custT="1"/>
      <dgm:spPr/>
      <dgm:t>
        <a:bodyPr/>
        <a:lstStyle/>
        <a:p>
          <a:r>
            <a:rPr lang="en-IN" sz="1200" dirty="0"/>
            <a:t>Monitor and Update</a:t>
          </a:r>
        </a:p>
      </dgm:t>
    </dgm:pt>
    <dgm:pt modelId="{28B8DA10-24E7-475D-8458-DABBEA4890C7}" type="parTrans" cxnId="{0F3783D8-E3AA-4AA2-AFDD-C470071A9C86}">
      <dgm:prSet/>
      <dgm:spPr/>
      <dgm:t>
        <a:bodyPr/>
        <a:lstStyle/>
        <a:p>
          <a:endParaRPr lang="en-IN"/>
        </a:p>
      </dgm:t>
    </dgm:pt>
    <dgm:pt modelId="{1F9C560D-978F-4E29-BD8E-75C5966608E6}" type="sibTrans" cxnId="{0F3783D8-E3AA-4AA2-AFDD-C470071A9C86}">
      <dgm:prSet/>
      <dgm:spPr/>
      <dgm:t>
        <a:bodyPr/>
        <a:lstStyle/>
        <a:p>
          <a:endParaRPr lang="en-IN"/>
        </a:p>
      </dgm:t>
    </dgm:pt>
    <dgm:pt modelId="{9F3DEE7D-4E24-4698-9BCE-8C965C03BEEA}">
      <dgm:prSet phldrT="[Text]" custT="1"/>
      <dgm:spPr/>
      <dgm:t>
        <a:bodyPr/>
        <a:lstStyle/>
        <a:p>
          <a:r>
            <a:rPr lang="en-US" sz="1200" dirty="0"/>
            <a:t>Integrate with Business Systems</a:t>
          </a:r>
          <a:endParaRPr lang="en-IN" sz="1200" dirty="0"/>
        </a:p>
      </dgm:t>
    </dgm:pt>
    <dgm:pt modelId="{438AC1A2-2737-4E90-9EFA-5B5A0724FE8B}" type="parTrans" cxnId="{5E236EC0-E7D0-4632-B45B-39D2E3707F1E}">
      <dgm:prSet/>
      <dgm:spPr/>
      <dgm:t>
        <a:bodyPr/>
        <a:lstStyle/>
        <a:p>
          <a:endParaRPr lang="en-IN"/>
        </a:p>
      </dgm:t>
    </dgm:pt>
    <dgm:pt modelId="{8E149F15-0317-4105-BCD0-CF0369A11E27}" type="sibTrans" cxnId="{5E236EC0-E7D0-4632-B45B-39D2E3707F1E}">
      <dgm:prSet/>
      <dgm:spPr/>
      <dgm:t>
        <a:bodyPr/>
        <a:lstStyle/>
        <a:p>
          <a:endParaRPr lang="en-IN"/>
        </a:p>
      </dgm:t>
    </dgm:pt>
    <dgm:pt modelId="{10963141-8E6E-46F8-9179-F534908123CD}">
      <dgm:prSet phldrT="[Text]" custT="1"/>
      <dgm:spPr/>
      <dgm:t>
        <a:bodyPr/>
        <a:lstStyle/>
        <a:p>
          <a:r>
            <a:rPr lang="en-IN" sz="1200" dirty="0"/>
            <a:t>User Feedback</a:t>
          </a:r>
        </a:p>
      </dgm:t>
    </dgm:pt>
    <dgm:pt modelId="{6DC58AF2-3C51-457A-9BF8-DB7BA21425D0}" type="parTrans" cxnId="{AC96CD9E-4ACC-463C-A112-6871D02E8DE0}">
      <dgm:prSet/>
      <dgm:spPr/>
      <dgm:t>
        <a:bodyPr/>
        <a:lstStyle/>
        <a:p>
          <a:endParaRPr lang="en-IN"/>
        </a:p>
      </dgm:t>
    </dgm:pt>
    <dgm:pt modelId="{E8C60208-FD0D-46CC-95B9-F022F2FD26AA}" type="sibTrans" cxnId="{AC96CD9E-4ACC-463C-A112-6871D02E8DE0}">
      <dgm:prSet/>
      <dgm:spPr/>
      <dgm:t>
        <a:bodyPr/>
        <a:lstStyle/>
        <a:p>
          <a:endParaRPr lang="en-IN"/>
        </a:p>
      </dgm:t>
    </dgm:pt>
    <dgm:pt modelId="{023F600F-EAB7-45F5-B925-D3E834AFA9E8}">
      <dgm:prSet custT="1"/>
      <dgm:spPr/>
      <dgm:t>
        <a:bodyPr/>
        <a:lstStyle/>
        <a:p>
          <a:r>
            <a:rPr lang="en-IN" sz="1200" dirty="0"/>
            <a:t>Model Fine-Tuning</a:t>
          </a:r>
        </a:p>
      </dgm:t>
    </dgm:pt>
    <dgm:pt modelId="{56D1A559-403C-4BBC-B0A1-0422F3FD99FB}" type="parTrans" cxnId="{FCBB1425-8B4C-4E1E-9B60-B65FC092F755}">
      <dgm:prSet/>
      <dgm:spPr/>
      <dgm:t>
        <a:bodyPr/>
        <a:lstStyle/>
        <a:p>
          <a:endParaRPr lang="en-IN"/>
        </a:p>
      </dgm:t>
    </dgm:pt>
    <dgm:pt modelId="{CAE64C51-EDC5-41D1-B1B2-E4C3697998F9}" type="sibTrans" cxnId="{FCBB1425-8B4C-4E1E-9B60-B65FC092F755}">
      <dgm:prSet/>
      <dgm:spPr/>
      <dgm:t>
        <a:bodyPr/>
        <a:lstStyle/>
        <a:p>
          <a:endParaRPr lang="en-IN"/>
        </a:p>
      </dgm:t>
    </dgm:pt>
    <dgm:pt modelId="{8C1DF85B-3655-4FC0-B32D-A352550D45C9}">
      <dgm:prSet custT="1"/>
      <dgm:spPr/>
      <dgm:t>
        <a:bodyPr/>
        <a:lstStyle/>
        <a:p>
          <a:r>
            <a:rPr lang="en-IN" sz="1200" dirty="0"/>
            <a:t>Expand Scope</a:t>
          </a:r>
        </a:p>
      </dgm:t>
    </dgm:pt>
    <dgm:pt modelId="{9500FC7D-0A44-4C12-A387-87CB6957CEEE}" type="parTrans" cxnId="{050D3B83-236D-49DF-AAE6-21592459B0DE}">
      <dgm:prSet/>
      <dgm:spPr/>
      <dgm:t>
        <a:bodyPr/>
        <a:lstStyle/>
        <a:p>
          <a:endParaRPr lang="en-IN"/>
        </a:p>
      </dgm:t>
    </dgm:pt>
    <dgm:pt modelId="{6DB7E6C3-6D6D-48CE-A8F3-68CCA2FEAB10}" type="sibTrans" cxnId="{050D3B83-236D-49DF-AAE6-21592459B0DE}">
      <dgm:prSet/>
      <dgm:spPr/>
      <dgm:t>
        <a:bodyPr/>
        <a:lstStyle/>
        <a:p>
          <a:endParaRPr lang="en-IN"/>
        </a:p>
      </dgm:t>
    </dgm:pt>
    <dgm:pt modelId="{88D9C52E-F94B-4D9D-9CA0-35ABD2657903}">
      <dgm:prSet custT="1"/>
      <dgm:spPr/>
      <dgm:t>
        <a:bodyPr/>
        <a:lstStyle/>
        <a:p>
          <a:r>
            <a:rPr lang="en-IN" sz="1200" dirty="0"/>
            <a:t>Aspect Importance Scoring</a:t>
          </a:r>
        </a:p>
      </dgm:t>
    </dgm:pt>
    <dgm:pt modelId="{84F331BA-FF4E-41AF-8DEE-D4061F9D43B5}" type="parTrans" cxnId="{AE80C2AA-6F95-4522-811E-BC37705A8E3B}">
      <dgm:prSet/>
      <dgm:spPr/>
      <dgm:t>
        <a:bodyPr/>
        <a:lstStyle/>
        <a:p>
          <a:endParaRPr lang="en-IN"/>
        </a:p>
      </dgm:t>
    </dgm:pt>
    <dgm:pt modelId="{DE57A2DB-2D0A-419D-A2B8-B98CEFEB8E90}" type="sibTrans" cxnId="{AE80C2AA-6F95-4522-811E-BC37705A8E3B}">
      <dgm:prSet/>
      <dgm:spPr/>
      <dgm:t>
        <a:bodyPr/>
        <a:lstStyle/>
        <a:p>
          <a:endParaRPr lang="en-IN"/>
        </a:p>
      </dgm:t>
    </dgm:pt>
    <dgm:pt modelId="{7ADB0195-7C39-47B3-A6A3-79924800F2C9}">
      <dgm:prSet custT="1"/>
      <dgm:spPr/>
      <dgm:t>
        <a:bodyPr/>
        <a:lstStyle/>
        <a:p>
          <a:r>
            <a:rPr lang="en-IN" sz="1200" dirty="0"/>
            <a:t>Aspect Importance Bar Chart</a:t>
          </a:r>
        </a:p>
      </dgm:t>
    </dgm:pt>
    <dgm:pt modelId="{B9F29A7D-2816-4C81-BA89-962A1C9EAFF0}" type="parTrans" cxnId="{E956DB97-7445-4E8C-820F-59F7D145D545}">
      <dgm:prSet/>
      <dgm:spPr/>
      <dgm:t>
        <a:bodyPr/>
        <a:lstStyle/>
        <a:p>
          <a:endParaRPr lang="en-IN"/>
        </a:p>
      </dgm:t>
    </dgm:pt>
    <dgm:pt modelId="{C248CB3E-CBC7-48D9-A955-C0D4F70123BB}" type="sibTrans" cxnId="{E956DB97-7445-4E8C-820F-59F7D145D545}">
      <dgm:prSet/>
      <dgm:spPr/>
      <dgm:t>
        <a:bodyPr/>
        <a:lstStyle/>
        <a:p>
          <a:endParaRPr lang="en-IN"/>
        </a:p>
      </dgm:t>
    </dgm:pt>
    <dgm:pt modelId="{E9EE47B7-A42A-4FA5-9CEF-4954F25DD0DC}" type="pres">
      <dgm:prSet presAssocID="{E01F1B1F-2A6F-4F77-AA5F-C401E2D0940B}" presName="Name0" presStyleCnt="0">
        <dgm:presLayoutVars>
          <dgm:dir/>
          <dgm:resizeHandles val="exact"/>
        </dgm:presLayoutVars>
      </dgm:prSet>
      <dgm:spPr/>
    </dgm:pt>
    <dgm:pt modelId="{E347B811-AF3D-4581-B644-B8C5AFDC4AED}" type="pres">
      <dgm:prSet presAssocID="{9E4DF2A8-FC3A-43E6-AFB1-E90FF02E2844}" presName="node" presStyleLbl="node1" presStyleIdx="0" presStyleCnt="8">
        <dgm:presLayoutVars>
          <dgm:bulletEnabled val="1"/>
        </dgm:presLayoutVars>
      </dgm:prSet>
      <dgm:spPr/>
    </dgm:pt>
    <dgm:pt modelId="{6EFE3D54-F5F8-4B95-A5C9-D0F275819ECA}" type="pres">
      <dgm:prSet presAssocID="{26367250-D86E-47B6-994C-6CB2AEF776A8}" presName="sibTrans" presStyleLbl="sibTrans1D1" presStyleIdx="0" presStyleCnt="7"/>
      <dgm:spPr/>
    </dgm:pt>
    <dgm:pt modelId="{19654B55-98B4-4198-9600-E56D0BFC723E}" type="pres">
      <dgm:prSet presAssocID="{26367250-D86E-47B6-994C-6CB2AEF776A8}" presName="connectorText" presStyleLbl="sibTrans1D1" presStyleIdx="0" presStyleCnt="7"/>
      <dgm:spPr/>
    </dgm:pt>
    <dgm:pt modelId="{F375E9B7-09C3-4C44-B479-4CBE86D74647}" type="pres">
      <dgm:prSet presAssocID="{F67E79D9-88CA-42B9-B707-5B28335CA8CC}" presName="node" presStyleLbl="node1" presStyleIdx="1" presStyleCnt="8">
        <dgm:presLayoutVars>
          <dgm:bulletEnabled val="1"/>
        </dgm:presLayoutVars>
      </dgm:prSet>
      <dgm:spPr/>
    </dgm:pt>
    <dgm:pt modelId="{D593A8C9-5953-4507-A207-278AEE39A847}" type="pres">
      <dgm:prSet presAssocID="{0135CC03-2EA8-4072-AFD8-6354F1789C4C}" presName="sibTrans" presStyleLbl="sibTrans1D1" presStyleIdx="1" presStyleCnt="7"/>
      <dgm:spPr/>
    </dgm:pt>
    <dgm:pt modelId="{D42DA219-F03B-4455-8F98-8C6C121E24EB}" type="pres">
      <dgm:prSet presAssocID="{0135CC03-2EA8-4072-AFD8-6354F1789C4C}" presName="connectorText" presStyleLbl="sibTrans1D1" presStyleIdx="1" presStyleCnt="7"/>
      <dgm:spPr/>
    </dgm:pt>
    <dgm:pt modelId="{7D9A38FB-4B03-4B45-8957-A20C4F9577B3}" type="pres">
      <dgm:prSet presAssocID="{436465B7-CABD-4F3C-925F-A2253FFB7C40}" presName="node" presStyleLbl="node1" presStyleIdx="2" presStyleCnt="8">
        <dgm:presLayoutVars>
          <dgm:bulletEnabled val="1"/>
        </dgm:presLayoutVars>
      </dgm:prSet>
      <dgm:spPr/>
    </dgm:pt>
    <dgm:pt modelId="{854404B0-23C0-4E6C-96E2-0A7EB1D0C11F}" type="pres">
      <dgm:prSet presAssocID="{D499700A-C648-4292-986D-21F02A3486F4}" presName="sibTrans" presStyleLbl="sibTrans1D1" presStyleIdx="2" presStyleCnt="7"/>
      <dgm:spPr/>
    </dgm:pt>
    <dgm:pt modelId="{A4FFCAFC-9B33-48F4-B7BD-528D9CF89D28}" type="pres">
      <dgm:prSet presAssocID="{D499700A-C648-4292-986D-21F02A3486F4}" presName="connectorText" presStyleLbl="sibTrans1D1" presStyleIdx="2" presStyleCnt="7"/>
      <dgm:spPr/>
    </dgm:pt>
    <dgm:pt modelId="{65D7B267-4C79-4D19-9F26-F777612E31F7}" type="pres">
      <dgm:prSet presAssocID="{EBDCCE7D-5123-492A-8D34-0ACD47D972F7}" presName="node" presStyleLbl="node1" presStyleIdx="3" presStyleCnt="8">
        <dgm:presLayoutVars>
          <dgm:bulletEnabled val="1"/>
        </dgm:presLayoutVars>
      </dgm:prSet>
      <dgm:spPr/>
    </dgm:pt>
    <dgm:pt modelId="{66E4C3B2-15A4-4456-933D-44F9C5A8F6B7}" type="pres">
      <dgm:prSet presAssocID="{76304618-F45D-46D6-905A-43D0B044806B}" presName="sibTrans" presStyleLbl="sibTrans1D1" presStyleIdx="3" presStyleCnt="7"/>
      <dgm:spPr/>
    </dgm:pt>
    <dgm:pt modelId="{34ED8B76-38DF-40A7-AC73-6EED48521801}" type="pres">
      <dgm:prSet presAssocID="{76304618-F45D-46D6-905A-43D0B044806B}" presName="connectorText" presStyleLbl="sibTrans1D1" presStyleIdx="3" presStyleCnt="7"/>
      <dgm:spPr/>
    </dgm:pt>
    <dgm:pt modelId="{6DE9CE2C-C3D3-4616-8854-102E8B30EA54}" type="pres">
      <dgm:prSet presAssocID="{1CF3D48F-5260-4B88-80DE-7FE2221D9A0A}" presName="node" presStyleLbl="node1" presStyleIdx="4" presStyleCnt="8">
        <dgm:presLayoutVars>
          <dgm:bulletEnabled val="1"/>
        </dgm:presLayoutVars>
      </dgm:prSet>
      <dgm:spPr/>
    </dgm:pt>
    <dgm:pt modelId="{272747A0-817C-4774-B0BE-163E7B5B20B0}" type="pres">
      <dgm:prSet presAssocID="{380F4816-763D-41DA-B855-CE2036D13FC8}" presName="sibTrans" presStyleLbl="sibTrans1D1" presStyleIdx="4" presStyleCnt="7"/>
      <dgm:spPr/>
    </dgm:pt>
    <dgm:pt modelId="{C5EADBE8-9E52-4775-B17A-3E03873928AC}" type="pres">
      <dgm:prSet presAssocID="{380F4816-763D-41DA-B855-CE2036D13FC8}" presName="connectorText" presStyleLbl="sibTrans1D1" presStyleIdx="4" presStyleCnt="7"/>
      <dgm:spPr/>
    </dgm:pt>
    <dgm:pt modelId="{4276C266-5C0E-4D51-A400-32018F856E1B}" type="pres">
      <dgm:prSet presAssocID="{451E327E-D0B1-4314-A73B-57F92DA70226}" presName="node" presStyleLbl="node1" presStyleIdx="5" presStyleCnt="8">
        <dgm:presLayoutVars>
          <dgm:bulletEnabled val="1"/>
        </dgm:presLayoutVars>
      </dgm:prSet>
      <dgm:spPr/>
    </dgm:pt>
    <dgm:pt modelId="{CB29713E-7241-4376-86B4-7CC6A68F40C9}" type="pres">
      <dgm:prSet presAssocID="{1C16A7E1-2A6B-4A65-AB4D-A2C217F8F94E}" presName="sibTrans" presStyleLbl="sibTrans1D1" presStyleIdx="5" presStyleCnt="7"/>
      <dgm:spPr/>
    </dgm:pt>
    <dgm:pt modelId="{FEF56EBF-6B3B-42E0-94C5-408E6D642388}" type="pres">
      <dgm:prSet presAssocID="{1C16A7E1-2A6B-4A65-AB4D-A2C217F8F94E}" presName="connectorText" presStyleLbl="sibTrans1D1" presStyleIdx="5" presStyleCnt="7"/>
      <dgm:spPr/>
    </dgm:pt>
    <dgm:pt modelId="{855AEDC3-F4CB-453C-A7E8-339878D826B5}" type="pres">
      <dgm:prSet presAssocID="{11BC41CD-7F81-47B5-B796-D6BB3AB113D8}" presName="node" presStyleLbl="node1" presStyleIdx="6" presStyleCnt="8">
        <dgm:presLayoutVars>
          <dgm:bulletEnabled val="1"/>
        </dgm:presLayoutVars>
      </dgm:prSet>
      <dgm:spPr/>
    </dgm:pt>
    <dgm:pt modelId="{423D739C-7901-45B0-B8EC-83FB8C58E36E}" type="pres">
      <dgm:prSet presAssocID="{96DC31E4-D2CF-4114-9FEE-9CD4675DA1AA}" presName="sibTrans" presStyleLbl="sibTrans1D1" presStyleIdx="6" presStyleCnt="7"/>
      <dgm:spPr/>
    </dgm:pt>
    <dgm:pt modelId="{3EF9C920-874E-4278-B953-5434EBECD79F}" type="pres">
      <dgm:prSet presAssocID="{96DC31E4-D2CF-4114-9FEE-9CD4675DA1AA}" presName="connectorText" presStyleLbl="sibTrans1D1" presStyleIdx="6" presStyleCnt="7"/>
      <dgm:spPr/>
    </dgm:pt>
    <dgm:pt modelId="{6F468C04-12E9-46A7-B2A0-94B295909616}" type="pres">
      <dgm:prSet presAssocID="{8CD2388F-4627-40FA-901A-2A1ACE7CF28D}" presName="node" presStyleLbl="node1" presStyleIdx="7" presStyleCnt="8">
        <dgm:presLayoutVars>
          <dgm:bulletEnabled val="1"/>
        </dgm:presLayoutVars>
      </dgm:prSet>
      <dgm:spPr/>
    </dgm:pt>
  </dgm:ptLst>
  <dgm:cxnLst>
    <dgm:cxn modelId="{CCB9EA00-28E9-4D34-8E53-65733424408C}" type="presOf" srcId="{29766B15-A0A3-401B-8302-73E68FC94FCC}" destId="{65D7B267-4C79-4D19-9F26-F777612E31F7}" srcOrd="0" destOrd="1" presId="urn:microsoft.com/office/officeart/2005/8/layout/bProcess3"/>
    <dgm:cxn modelId="{6BBB5801-0BC4-4CDC-B2C7-4A21C759DD0D}" type="presOf" srcId="{76304618-F45D-46D6-905A-43D0B044806B}" destId="{34ED8B76-38DF-40A7-AC73-6EED48521801}" srcOrd="1" destOrd="0" presId="urn:microsoft.com/office/officeart/2005/8/layout/bProcess3"/>
    <dgm:cxn modelId="{7ADDF604-E303-4D6C-A1CC-4B5777143789}" srcId="{436465B7-CABD-4F3C-925F-A2253FFB7C40}" destId="{E6D24238-5737-466B-B322-428EDC6FF6D7}" srcOrd="0" destOrd="0" parTransId="{42898E13-523A-45BA-9C18-C99CE2D5B77D}" sibTransId="{8ED4FE46-0150-4C2B-A388-DEA4CCAF3FF6}"/>
    <dgm:cxn modelId="{9DEF3807-061F-43D1-93DE-055D2A31A0A5}" type="presOf" srcId="{4AB9B41A-79D5-4B32-B1CE-9B8CD33AF457}" destId="{855AEDC3-F4CB-453C-A7E8-339878D826B5}" srcOrd="0" destOrd="3" presId="urn:microsoft.com/office/officeart/2005/8/layout/bProcess3"/>
    <dgm:cxn modelId="{039CDB0B-BFCB-426E-AAAC-BF95286EEB02}" type="presOf" srcId="{9F3DEE7D-4E24-4698-9BCE-8C965C03BEEA}" destId="{855AEDC3-F4CB-453C-A7E8-339878D826B5}" srcOrd="0" destOrd="2" presId="urn:microsoft.com/office/officeart/2005/8/layout/bProcess3"/>
    <dgm:cxn modelId="{B6837B0C-186B-4D1A-9A68-E4FA7349F978}" srcId="{1CF3D48F-5260-4B88-80DE-7FE2221D9A0A}" destId="{2641DB8E-1D34-4A3D-BB88-1EB9B8341A28}" srcOrd="0" destOrd="0" parTransId="{272045DE-8437-4E3A-9F7B-99C476E2802D}" sibTransId="{624883E5-BF29-48E6-824F-F126ECEB7263}"/>
    <dgm:cxn modelId="{47CD330D-0DDE-48F9-A95D-E89E1890C9AD}" srcId="{EBDCCE7D-5123-492A-8D34-0ACD47D972F7}" destId="{29766B15-A0A3-401B-8302-73E68FC94FCC}" srcOrd="0" destOrd="0" parTransId="{7077F9AE-02D3-461E-8543-6A91E404446A}" sibTransId="{2BEA2CDB-D53E-458A-A702-8926A996BA9F}"/>
    <dgm:cxn modelId="{8E312411-E9F6-41AB-A2AB-EFFC5CC06D97}" type="presOf" srcId="{023F600F-EAB7-45F5-B925-D3E834AFA9E8}" destId="{6F468C04-12E9-46A7-B2A0-94B295909616}" srcOrd="0" destOrd="2" presId="urn:microsoft.com/office/officeart/2005/8/layout/bProcess3"/>
    <dgm:cxn modelId="{C669C911-29B9-4927-83E0-1E7ABC2E93CD}" type="presOf" srcId="{76304618-F45D-46D6-905A-43D0B044806B}" destId="{66E4C3B2-15A4-4456-933D-44F9C5A8F6B7}" srcOrd="0" destOrd="0" presId="urn:microsoft.com/office/officeart/2005/8/layout/bProcess3"/>
    <dgm:cxn modelId="{CBC76512-5101-4C83-BEBD-A69B33F98420}" type="presOf" srcId="{24784B61-4B31-43E6-82F6-4A032F022181}" destId="{6DE9CE2C-C3D3-4616-8854-102E8B30EA54}" srcOrd="0" destOrd="2" presId="urn:microsoft.com/office/officeart/2005/8/layout/bProcess3"/>
    <dgm:cxn modelId="{63C2311A-CCBB-4872-A1EC-376742F1BB94}" srcId="{436465B7-CABD-4F3C-925F-A2253FFB7C40}" destId="{1FAD4BEF-1A8E-4A17-8177-B393A3DC3285}" srcOrd="1" destOrd="0" parTransId="{B2B30541-1689-410C-ADFB-BB242563D43F}" sibTransId="{18E1CC67-8C74-4CE6-AFF7-D7C54949991C}"/>
    <dgm:cxn modelId="{095ED21A-F025-4DE4-8CFA-31681CEF0F66}" srcId="{E01F1B1F-2A6F-4F77-AA5F-C401E2D0940B}" destId="{11BC41CD-7F81-47B5-B796-D6BB3AB113D8}" srcOrd="6" destOrd="0" parTransId="{4C052905-C315-4D97-B48E-ED19C39A9518}" sibTransId="{96DC31E4-D2CF-4114-9FEE-9CD4675DA1AA}"/>
    <dgm:cxn modelId="{FCBB1425-8B4C-4E1E-9B60-B65FC092F755}" srcId="{8CD2388F-4627-40FA-901A-2A1ACE7CF28D}" destId="{023F600F-EAB7-45F5-B925-D3E834AFA9E8}" srcOrd="1" destOrd="0" parTransId="{56D1A559-403C-4BBC-B0A1-0422F3FD99FB}" sibTransId="{CAE64C51-EDC5-41D1-B1B2-E4C3697998F9}"/>
    <dgm:cxn modelId="{64AE4E2A-DE61-4716-95C5-26A31AFE14B0}" srcId="{9E4DF2A8-FC3A-43E6-AFB1-E90FF02E2844}" destId="{372C997B-885A-4F76-A64F-C212DC58BE3A}" srcOrd="1" destOrd="0" parTransId="{76E5C83B-E4D3-494D-9861-5AFB19C37542}" sibTransId="{B46DBED1-912E-4CF6-9EB4-D324D7BFB949}"/>
    <dgm:cxn modelId="{61E8162F-623C-4C10-ABBF-BD27DE093C86}" type="presOf" srcId="{88D9C52E-F94B-4D9D-9CA0-35ABD2657903}" destId="{65D7B267-4C79-4D19-9F26-F777612E31F7}" srcOrd="0" destOrd="3" presId="urn:microsoft.com/office/officeart/2005/8/layout/bProcess3"/>
    <dgm:cxn modelId="{AEC05A34-2B3B-402F-A192-1A3CA35C678A}" srcId="{F67E79D9-88CA-42B9-B707-5B28335CA8CC}" destId="{E913A12C-2E2F-437C-BDDF-44FC6E7DEA17}" srcOrd="1" destOrd="0" parTransId="{7B294B59-116F-45F7-A3A3-5B4C346BCECF}" sibTransId="{A8A8310B-D666-4BD4-AA81-11B951CC8CEE}"/>
    <dgm:cxn modelId="{4400A234-B902-44A4-A4A4-E807A5D58D72}" type="presOf" srcId="{CFC3A8C3-D318-46E5-8277-8F8AC338AE16}" destId="{65D7B267-4C79-4D19-9F26-F777612E31F7}" srcOrd="0" destOrd="2" presId="urn:microsoft.com/office/officeart/2005/8/layout/bProcess3"/>
    <dgm:cxn modelId="{4709E235-347E-4FCF-8415-ED241988C20D}" srcId="{1CF3D48F-5260-4B88-80DE-7FE2221D9A0A}" destId="{549CDD7A-89DD-4C8A-B9CC-7BFC461850B7}" srcOrd="4" destOrd="0" parTransId="{0CDC8E8E-0FAE-4BFF-8588-6854A75587DA}" sibTransId="{1BC3E583-C793-4422-ADE1-01F4D3698C8C}"/>
    <dgm:cxn modelId="{D9338136-93F0-421F-96FC-5621770A33B4}" srcId="{436465B7-CABD-4F3C-925F-A2253FFB7C40}" destId="{8CC0A9C2-AF2C-4954-A63C-2F8E6A6968B1}" srcOrd="2" destOrd="0" parTransId="{B835A2B0-34B4-4445-A72E-54488EB08FC1}" sibTransId="{F705650F-EFC6-40CB-A895-EA989C394D5A}"/>
    <dgm:cxn modelId="{6CD4F339-77DE-466A-9E49-07170E5ECF00}" srcId="{1CF3D48F-5260-4B88-80DE-7FE2221D9A0A}" destId="{24784B61-4B31-43E6-82F6-4A032F022181}" srcOrd="1" destOrd="0" parTransId="{E134420D-3A4D-44B1-B44C-1E2B3C18D80D}" sibTransId="{50B0CC3A-00F0-4F4C-8DCD-75A7EEF84A97}"/>
    <dgm:cxn modelId="{1CA0563C-FFD8-4746-97D7-FA2B1162BCCE}" srcId="{451E327E-D0B1-4314-A73B-57F92DA70226}" destId="{B0910435-6F09-41F8-8659-7C46815BD038}" srcOrd="0" destOrd="0" parTransId="{1E0BF15F-A296-40CA-A4C0-53F50AF24717}" sibTransId="{6ED8876A-916C-44D5-B2B1-961D17D248FE}"/>
    <dgm:cxn modelId="{1B010F3D-B72D-4DDC-B0F5-C76984A2B591}" type="presOf" srcId="{11BC41CD-7F81-47B5-B796-D6BB3AB113D8}" destId="{855AEDC3-F4CB-453C-A7E8-339878D826B5}" srcOrd="0" destOrd="0" presId="urn:microsoft.com/office/officeart/2005/8/layout/bProcess3"/>
    <dgm:cxn modelId="{15F51D60-9F6D-4DA8-BE26-3FBDB990A816}" type="presOf" srcId="{2641DB8E-1D34-4A3D-BB88-1EB9B8341A28}" destId="{6DE9CE2C-C3D3-4616-8854-102E8B30EA54}" srcOrd="0" destOrd="1" presId="urn:microsoft.com/office/officeart/2005/8/layout/bProcess3"/>
    <dgm:cxn modelId="{DD6D7162-139E-4DF4-B6B3-58330F1C942C}" type="presOf" srcId="{ECBB6EFC-4916-4E2B-9988-5D78B5023772}" destId="{E347B811-AF3D-4581-B644-B8C5AFDC4AED}" srcOrd="0" destOrd="1" presId="urn:microsoft.com/office/officeart/2005/8/layout/bProcess3"/>
    <dgm:cxn modelId="{29458443-74FB-4CB2-B04F-E0A4DCB4A2BF}" srcId="{451E327E-D0B1-4314-A73B-57F92DA70226}" destId="{0A5709BC-4F02-4AB8-AB41-ECEA83E1AB74}" srcOrd="1" destOrd="0" parTransId="{EEE4C9AC-76A1-4F9F-98B4-136574B0FDF1}" sibTransId="{5F76317E-8CF8-4339-A08F-B7C5CCFD705D}"/>
    <dgm:cxn modelId="{83F43067-63B4-44B7-9FE8-7A1284000777}" type="presOf" srcId="{1C16A7E1-2A6B-4A65-AB4D-A2C217F8F94E}" destId="{FEF56EBF-6B3B-42E0-94C5-408E6D642388}" srcOrd="1" destOrd="0" presId="urn:microsoft.com/office/officeart/2005/8/layout/bProcess3"/>
    <dgm:cxn modelId="{7521F467-DF6E-4F71-A0AF-3C0160E17E4F}" srcId="{F67E79D9-88CA-42B9-B707-5B28335CA8CC}" destId="{ADB7F61B-0BDF-458D-AEEC-D8CD2876B36B}" srcOrd="0" destOrd="0" parTransId="{C50DFC44-066B-4633-B94E-553A65599DA6}" sibTransId="{7EEF1D0B-BC92-446A-AAFF-CECF2A541B96}"/>
    <dgm:cxn modelId="{F77C476C-EE6F-4AD9-8832-22CEEDDF80F7}" type="presOf" srcId="{0135CC03-2EA8-4072-AFD8-6354F1789C4C}" destId="{D42DA219-F03B-4455-8F98-8C6C121E24EB}" srcOrd="1" destOrd="0" presId="urn:microsoft.com/office/officeart/2005/8/layout/bProcess3"/>
    <dgm:cxn modelId="{8CBCDF6D-DEFB-46A4-8C63-2F0822FD16AB}" type="presOf" srcId="{F67E79D9-88CA-42B9-B707-5B28335CA8CC}" destId="{F375E9B7-09C3-4C44-B479-4CBE86D74647}" srcOrd="0" destOrd="0" presId="urn:microsoft.com/office/officeart/2005/8/layout/bProcess3"/>
    <dgm:cxn modelId="{0747066F-E464-4BCF-9AF1-E9E9B3792EBD}" type="presOf" srcId="{26367250-D86E-47B6-994C-6CB2AEF776A8}" destId="{6EFE3D54-F5F8-4B95-A5C9-D0F275819ECA}" srcOrd="0" destOrd="0" presId="urn:microsoft.com/office/officeart/2005/8/layout/bProcess3"/>
    <dgm:cxn modelId="{2D97D54F-5F38-463C-94D6-1EC7524B6CD7}" srcId="{E01F1B1F-2A6F-4F77-AA5F-C401E2D0940B}" destId="{EBDCCE7D-5123-492A-8D34-0ACD47D972F7}" srcOrd="3" destOrd="0" parTransId="{79D60249-B817-4E0D-AF70-8ECBB959B32B}" sibTransId="{76304618-F45D-46D6-905A-43D0B044806B}"/>
    <dgm:cxn modelId="{11DFA851-C914-4D1F-9EC4-3C884D6E777A}" type="presOf" srcId="{7ADB0195-7C39-47B3-A6A3-79924800F2C9}" destId="{6DE9CE2C-C3D3-4616-8854-102E8B30EA54}" srcOrd="0" destOrd="3" presId="urn:microsoft.com/office/officeart/2005/8/layout/bProcess3"/>
    <dgm:cxn modelId="{1BA4C074-9B51-4A05-AD5F-BD4F44CD255C}" type="presOf" srcId="{372C997B-885A-4F76-A64F-C212DC58BE3A}" destId="{E347B811-AF3D-4581-B644-B8C5AFDC4AED}" srcOrd="0" destOrd="2" presId="urn:microsoft.com/office/officeart/2005/8/layout/bProcess3"/>
    <dgm:cxn modelId="{06A60375-5D37-4904-8AD6-BE73A254667A}" type="presOf" srcId="{D499700A-C648-4292-986D-21F02A3486F4}" destId="{A4FFCAFC-9B33-48F4-B7BD-528D9CF89D28}" srcOrd="1" destOrd="0" presId="urn:microsoft.com/office/officeart/2005/8/layout/bProcess3"/>
    <dgm:cxn modelId="{3DB63278-E338-4071-B5F2-DFB5E7E9D538}" type="presOf" srcId="{3C907FB0-5832-42FD-930E-95EACF13095D}" destId="{6DE9CE2C-C3D3-4616-8854-102E8B30EA54}" srcOrd="0" destOrd="4" presId="urn:microsoft.com/office/officeart/2005/8/layout/bProcess3"/>
    <dgm:cxn modelId="{A8539480-D8A5-4750-BB5C-4C0578E5F829}" type="presOf" srcId="{8CD2388F-4627-40FA-901A-2A1ACE7CF28D}" destId="{6F468C04-12E9-46A7-B2A0-94B295909616}" srcOrd="0" destOrd="0" presId="urn:microsoft.com/office/officeart/2005/8/layout/bProcess3"/>
    <dgm:cxn modelId="{050D3B83-236D-49DF-AAE6-21592459B0DE}" srcId="{8CD2388F-4627-40FA-901A-2A1ACE7CF28D}" destId="{8C1DF85B-3655-4FC0-B32D-A352550D45C9}" srcOrd="2" destOrd="0" parTransId="{9500FC7D-0A44-4C12-A387-87CB6957CEEE}" sibTransId="{6DB7E6C3-6D6D-48CE-A8F3-68CCA2FEAB10}"/>
    <dgm:cxn modelId="{7CDA1286-F0E7-44FE-B76B-BC42DA591AAB}" type="presOf" srcId="{EBDCCE7D-5123-492A-8D34-0ACD47D972F7}" destId="{65D7B267-4C79-4D19-9F26-F777612E31F7}" srcOrd="0" destOrd="0" presId="urn:microsoft.com/office/officeart/2005/8/layout/bProcess3"/>
    <dgm:cxn modelId="{42900587-F5DF-4329-AAEC-8C38612A4F6D}" srcId="{EBDCCE7D-5123-492A-8D34-0ACD47D972F7}" destId="{CFC3A8C3-D318-46E5-8277-8F8AC338AE16}" srcOrd="1" destOrd="0" parTransId="{2F2016F6-7D54-40BF-8352-FF468F1875EE}" sibTransId="{259FA81E-666D-44AC-9CF8-791F05F015FF}"/>
    <dgm:cxn modelId="{6166508E-F321-448C-B12E-05AA44EF8F06}" srcId="{E01F1B1F-2A6F-4F77-AA5F-C401E2D0940B}" destId="{1CF3D48F-5260-4B88-80DE-7FE2221D9A0A}" srcOrd="4" destOrd="0" parTransId="{174F1F59-424E-4B69-9955-82F91D1B0DDB}" sibTransId="{380F4816-763D-41DA-B855-CE2036D13FC8}"/>
    <dgm:cxn modelId="{7B97EF90-DB0F-43DB-977C-70E417421F7E}" srcId="{E01F1B1F-2A6F-4F77-AA5F-C401E2D0940B}" destId="{451E327E-D0B1-4314-A73B-57F92DA70226}" srcOrd="5" destOrd="0" parTransId="{0F475C67-10E6-47F8-A386-419BF0DC3D17}" sibTransId="{1C16A7E1-2A6B-4A65-AB4D-A2C217F8F94E}"/>
    <dgm:cxn modelId="{636EE892-E5A2-4CE3-829A-D84EBFA26ECA}" type="presOf" srcId="{D499700A-C648-4292-986D-21F02A3486F4}" destId="{854404B0-23C0-4E6C-96E2-0A7EB1D0C11F}" srcOrd="0" destOrd="0" presId="urn:microsoft.com/office/officeart/2005/8/layout/bProcess3"/>
    <dgm:cxn modelId="{E956DB97-7445-4E8C-820F-59F7D145D545}" srcId="{1CF3D48F-5260-4B88-80DE-7FE2221D9A0A}" destId="{7ADB0195-7C39-47B3-A6A3-79924800F2C9}" srcOrd="2" destOrd="0" parTransId="{B9F29A7D-2816-4C81-BA89-962A1C9EAFF0}" sibTransId="{C248CB3E-CBC7-48D9-A955-C0D4F70123BB}"/>
    <dgm:cxn modelId="{240F8798-B4DB-4A96-BA34-0890C6B5A32B}" type="presOf" srcId="{380F4816-763D-41DA-B855-CE2036D13FC8}" destId="{C5EADBE8-9E52-4775-B17A-3E03873928AC}" srcOrd="1" destOrd="0" presId="urn:microsoft.com/office/officeart/2005/8/layout/bProcess3"/>
    <dgm:cxn modelId="{94C1589C-7C82-45F6-A2B7-7AA378CBC68E}" type="presOf" srcId="{436465B7-CABD-4F3C-925F-A2253FFB7C40}" destId="{7D9A38FB-4B03-4B45-8957-A20C4F9577B3}" srcOrd="0" destOrd="0" presId="urn:microsoft.com/office/officeart/2005/8/layout/bProcess3"/>
    <dgm:cxn modelId="{7153349D-BC43-4FA8-9445-602E539F7928}" type="presOf" srcId="{96DC31E4-D2CF-4114-9FEE-9CD4675DA1AA}" destId="{3EF9C920-874E-4278-B953-5434EBECD79F}" srcOrd="1" destOrd="0" presId="urn:microsoft.com/office/officeart/2005/8/layout/bProcess3"/>
    <dgm:cxn modelId="{AC96CD9E-4ACC-463C-A112-6871D02E8DE0}" srcId="{8CD2388F-4627-40FA-901A-2A1ACE7CF28D}" destId="{10963141-8E6E-46F8-9179-F534908123CD}" srcOrd="0" destOrd="0" parTransId="{6DC58AF2-3C51-457A-9BF8-DB7BA21425D0}" sibTransId="{E8C60208-FD0D-46CC-95B9-F022F2FD26AA}"/>
    <dgm:cxn modelId="{770FD2A0-3DC1-4EDD-9D6E-2374CEE930E6}" srcId="{E01F1B1F-2A6F-4F77-AA5F-C401E2D0940B}" destId="{436465B7-CABD-4F3C-925F-A2253FFB7C40}" srcOrd="2" destOrd="0" parTransId="{48C2D8CC-E01B-4207-A43A-402AF864BAC7}" sibTransId="{D499700A-C648-4292-986D-21F02A3486F4}"/>
    <dgm:cxn modelId="{DE7A8AA1-83F2-453D-BC22-EB9DF701410A}" type="presOf" srcId="{26367250-D86E-47B6-994C-6CB2AEF776A8}" destId="{19654B55-98B4-4198-9600-E56D0BFC723E}" srcOrd="1" destOrd="0" presId="urn:microsoft.com/office/officeart/2005/8/layout/bProcess3"/>
    <dgm:cxn modelId="{A2AAE0A4-1467-4305-9DB5-DF7819F58726}" type="presOf" srcId="{1CF3D48F-5260-4B88-80DE-7FE2221D9A0A}" destId="{6DE9CE2C-C3D3-4616-8854-102E8B30EA54}" srcOrd="0" destOrd="0" presId="urn:microsoft.com/office/officeart/2005/8/layout/bProcess3"/>
    <dgm:cxn modelId="{B11FAAA9-6BB0-4A5C-934E-B8BDB6FC02E6}" srcId="{E01F1B1F-2A6F-4F77-AA5F-C401E2D0940B}" destId="{F67E79D9-88CA-42B9-B707-5B28335CA8CC}" srcOrd="1" destOrd="0" parTransId="{3E10E256-EBCB-44B9-9AF9-76B74E8B8449}" sibTransId="{0135CC03-2EA8-4072-AFD8-6354F1789C4C}"/>
    <dgm:cxn modelId="{AE80C2AA-6F95-4522-811E-BC37705A8E3B}" srcId="{EBDCCE7D-5123-492A-8D34-0ACD47D972F7}" destId="{88D9C52E-F94B-4D9D-9CA0-35ABD2657903}" srcOrd="2" destOrd="0" parTransId="{84F331BA-FF4E-41AF-8DEE-D4061F9D43B5}" sibTransId="{DE57A2DB-2D0A-419D-A2B8-B98CEFEB8E90}"/>
    <dgm:cxn modelId="{B0770EAE-2FD0-48E1-9A04-7BB60761D0DB}" type="presOf" srcId="{E01F1B1F-2A6F-4F77-AA5F-C401E2D0940B}" destId="{E9EE47B7-A42A-4FA5-9CEF-4954F25DD0DC}" srcOrd="0" destOrd="0" presId="urn:microsoft.com/office/officeart/2005/8/layout/bProcess3"/>
    <dgm:cxn modelId="{C7DB6AB2-9901-4B35-9581-4EA98B392C94}" type="presOf" srcId="{ADB7F61B-0BDF-458D-AEEC-D8CD2876B36B}" destId="{F375E9B7-09C3-4C44-B479-4CBE86D74647}" srcOrd="0" destOrd="1" presId="urn:microsoft.com/office/officeart/2005/8/layout/bProcess3"/>
    <dgm:cxn modelId="{C2F555B2-6CEF-4F64-8A23-A960D125EBD0}" type="presOf" srcId="{8C1DF85B-3655-4FC0-B32D-A352550D45C9}" destId="{6F468C04-12E9-46A7-B2A0-94B295909616}" srcOrd="0" destOrd="3" presId="urn:microsoft.com/office/officeart/2005/8/layout/bProcess3"/>
    <dgm:cxn modelId="{A62D3CB6-6E52-4625-A36A-735DC5BB066D}" type="presOf" srcId="{0135CC03-2EA8-4072-AFD8-6354F1789C4C}" destId="{D593A8C9-5953-4507-A207-278AEE39A847}" srcOrd="0" destOrd="0" presId="urn:microsoft.com/office/officeart/2005/8/layout/bProcess3"/>
    <dgm:cxn modelId="{2292C7BB-9E79-4A27-A9F3-CB5E6E7AB091}" type="presOf" srcId="{8CC0A9C2-AF2C-4954-A63C-2F8E6A6968B1}" destId="{7D9A38FB-4B03-4B45-8957-A20C4F9577B3}" srcOrd="0" destOrd="3" presId="urn:microsoft.com/office/officeart/2005/8/layout/bProcess3"/>
    <dgm:cxn modelId="{5E236EC0-E7D0-4632-B45B-39D2E3707F1E}" srcId="{11BC41CD-7F81-47B5-B796-D6BB3AB113D8}" destId="{9F3DEE7D-4E24-4698-9BCE-8C965C03BEEA}" srcOrd="1" destOrd="0" parTransId="{438AC1A2-2737-4E90-9EFA-5B5A0724FE8B}" sibTransId="{8E149F15-0317-4105-BCD0-CF0369A11E27}"/>
    <dgm:cxn modelId="{C790C3C0-5A6F-4A6F-B40F-E347B8548091}" srcId="{11BC41CD-7F81-47B5-B796-D6BB3AB113D8}" destId="{5EA3142F-71E8-49B4-BBD4-46A361276FCE}" srcOrd="0" destOrd="0" parTransId="{0CFE86DA-D961-4F93-A08E-46EE52A16FA8}" sibTransId="{7DF82115-8B5C-4D2A-9265-F78653C25622}"/>
    <dgm:cxn modelId="{3AC9ABC1-340A-484C-AE65-36372870C9C6}" srcId="{1CF3D48F-5260-4B88-80DE-7FE2221D9A0A}" destId="{3C907FB0-5832-42FD-930E-95EACF13095D}" srcOrd="3" destOrd="0" parTransId="{D591E0F2-5C53-4355-B2CF-DCB753662EF3}" sibTransId="{4DF2D759-DCEE-4B65-AF3C-2276B99A7CA9}"/>
    <dgm:cxn modelId="{BA338DC2-8307-4492-82A6-AEFEB287862F}" type="presOf" srcId="{549CDD7A-89DD-4C8A-B9CC-7BFC461850B7}" destId="{6DE9CE2C-C3D3-4616-8854-102E8B30EA54}" srcOrd="0" destOrd="5" presId="urn:microsoft.com/office/officeart/2005/8/layout/bProcess3"/>
    <dgm:cxn modelId="{DC280CC4-345A-44F4-BE3F-FEEC99BCA5CB}" type="presOf" srcId="{1FAD4BEF-1A8E-4A17-8177-B393A3DC3285}" destId="{7D9A38FB-4B03-4B45-8957-A20C4F9577B3}" srcOrd="0" destOrd="2" presId="urn:microsoft.com/office/officeart/2005/8/layout/bProcess3"/>
    <dgm:cxn modelId="{36A9D2C4-D6D0-4E7E-84E4-FE5206EF1A33}" type="presOf" srcId="{10963141-8E6E-46F8-9179-F534908123CD}" destId="{6F468C04-12E9-46A7-B2A0-94B295909616}" srcOrd="0" destOrd="1" presId="urn:microsoft.com/office/officeart/2005/8/layout/bProcess3"/>
    <dgm:cxn modelId="{88427DC7-8265-4A49-84DA-BAE21D48A974}" type="presOf" srcId="{9E4DF2A8-FC3A-43E6-AFB1-E90FF02E2844}" destId="{E347B811-AF3D-4581-B644-B8C5AFDC4AED}" srcOrd="0" destOrd="0" presId="urn:microsoft.com/office/officeart/2005/8/layout/bProcess3"/>
    <dgm:cxn modelId="{03EC60C9-1168-4A9E-B614-0BF288E70798}" srcId="{9E4DF2A8-FC3A-43E6-AFB1-E90FF02E2844}" destId="{ECBB6EFC-4916-4E2B-9988-5D78B5023772}" srcOrd="0" destOrd="0" parTransId="{9DAC369B-679E-47C7-8038-88D6B4BB0E0C}" sibTransId="{123E61F0-2F6C-4549-B658-1126CFCE78CA}"/>
    <dgm:cxn modelId="{D86BEFC9-AC71-453C-A2F9-B57722086C95}" type="presOf" srcId="{1C16A7E1-2A6B-4A65-AB4D-A2C217F8F94E}" destId="{CB29713E-7241-4376-86B4-7CC6A68F40C9}" srcOrd="0" destOrd="0" presId="urn:microsoft.com/office/officeart/2005/8/layout/bProcess3"/>
    <dgm:cxn modelId="{290C10CA-AFC6-4542-884B-92EAC9DCE148}" type="presOf" srcId="{380F4816-763D-41DA-B855-CE2036D13FC8}" destId="{272747A0-817C-4774-B0BE-163E7B5B20B0}" srcOrd="0" destOrd="0" presId="urn:microsoft.com/office/officeart/2005/8/layout/bProcess3"/>
    <dgm:cxn modelId="{0F3783D8-E3AA-4AA2-AFDD-C470071A9C86}" srcId="{11BC41CD-7F81-47B5-B796-D6BB3AB113D8}" destId="{4AB9B41A-79D5-4B32-B1CE-9B8CD33AF457}" srcOrd="2" destOrd="0" parTransId="{28B8DA10-24E7-475D-8458-DABBEA4890C7}" sibTransId="{1F9C560D-978F-4E29-BD8E-75C5966608E6}"/>
    <dgm:cxn modelId="{ABBC34DA-D4F8-48BF-BF81-971156C8F725}" srcId="{E01F1B1F-2A6F-4F77-AA5F-C401E2D0940B}" destId="{8CD2388F-4627-40FA-901A-2A1ACE7CF28D}" srcOrd="7" destOrd="0" parTransId="{0FC0B32C-8497-4A89-95ED-9313973B4F91}" sibTransId="{BAED2AA9-AAB7-4C30-AD63-2C002B8DC0B8}"/>
    <dgm:cxn modelId="{86D952DD-0697-4A82-A39E-E2C4E74F6DED}" type="presOf" srcId="{E6D24238-5737-466B-B322-428EDC6FF6D7}" destId="{7D9A38FB-4B03-4B45-8957-A20C4F9577B3}" srcOrd="0" destOrd="1" presId="urn:microsoft.com/office/officeart/2005/8/layout/bProcess3"/>
    <dgm:cxn modelId="{FCCD0EE0-F784-434F-A23F-721432D9D145}" type="presOf" srcId="{96DC31E4-D2CF-4114-9FEE-9CD4675DA1AA}" destId="{423D739C-7901-45B0-B8EC-83FB8C58E36E}" srcOrd="0" destOrd="0" presId="urn:microsoft.com/office/officeart/2005/8/layout/bProcess3"/>
    <dgm:cxn modelId="{27EBFAE4-50E1-4431-A732-1FD7F73432F7}" type="presOf" srcId="{E913A12C-2E2F-437C-BDDF-44FC6E7DEA17}" destId="{F375E9B7-09C3-4C44-B479-4CBE86D74647}" srcOrd="0" destOrd="2" presId="urn:microsoft.com/office/officeart/2005/8/layout/bProcess3"/>
    <dgm:cxn modelId="{5ACD8CE7-1CF6-4311-BD4A-92B1BD276E23}" type="presOf" srcId="{B0910435-6F09-41F8-8659-7C46815BD038}" destId="{4276C266-5C0E-4D51-A400-32018F856E1B}" srcOrd="0" destOrd="1" presId="urn:microsoft.com/office/officeart/2005/8/layout/bProcess3"/>
    <dgm:cxn modelId="{43DFE9EA-B5E3-4451-AFF4-1C96CCF271D2}" type="presOf" srcId="{0A5709BC-4F02-4AB8-AB41-ECEA83E1AB74}" destId="{4276C266-5C0E-4D51-A400-32018F856E1B}" srcOrd="0" destOrd="2" presId="urn:microsoft.com/office/officeart/2005/8/layout/bProcess3"/>
    <dgm:cxn modelId="{1E983DF2-461E-4E80-8C89-09481A9DA7AF}" srcId="{E01F1B1F-2A6F-4F77-AA5F-C401E2D0940B}" destId="{9E4DF2A8-FC3A-43E6-AFB1-E90FF02E2844}" srcOrd="0" destOrd="0" parTransId="{03F2CCFC-BBC7-469E-9EFB-E083ECB979D5}" sibTransId="{26367250-D86E-47B6-994C-6CB2AEF776A8}"/>
    <dgm:cxn modelId="{6F1994F6-15F9-4215-AB8C-67C832A71066}" type="presOf" srcId="{451E327E-D0B1-4314-A73B-57F92DA70226}" destId="{4276C266-5C0E-4D51-A400-32018F856E1B}" srcOrd="0" destOrd="0" presId="urn:microsoft.com/office/officeart/2005/8/layout/bProcess3"/>
    <dgm:cxn modelId="{DC7CBFF9-2DA1-434B-A4A3-6491FD07549A}" type="presOf" srcId="{5EA3142F-71E8-49B4-BBD4-46A361276FCE}" destId="{855AEDC3-F4CB-453C-A7E8-339878D826B5}" srcOrd="0" destOrd="1" presId="urn:microsoft.com/office/officeart/2005/8/layout/bProcess3"/>
    <dgm:cxn modelId="{B50930B1-8975-4E93-B35F-E210D3BCFEC3}" type="presParOf" srcId="{E9EE47B7-A42A-4FA5-9CEF-4954F25DD0DC}" destId="{E347B811-AF3D-4581-B644-B8C5AFDC4AED}" srcOrd="0" destOrd="0" presId="urn:microsoft.com/office/officeart/2005/8/layout/bProcess3"/>
    <dgm:cxn modelId="{C47D718D-23CF-45E1-874F-608C79A73179}" type="presParOf" srcId="{E9EE47B7-A42A-4FA5-9CEF-4954F25DD0DC}" destId="{6EFE3D54-F5F8-4B95-A5C9-D0F275819ECA}" srcOrd="1" destOrd="0" presId="urn:microsoft.com/office/officeart/2005/8/layout/bProcess3"/>
    <dgm:cxn modelId="{D73C0A0B-ABD2-4A4D-A72B-65EA89B65D70}" type="presParOf" srcId="{6EFE3D54-F5F8-4B95-A5C9-D0F275819ECA}" destId="{19654B55-98B4-4198-9600-E56D0BFC723E}" srcOrd="0" destOrd="0" presId="urn:microsoft.com/office/officeart/2005/8/layout/bProcess3"/>
    <dgm:cxn modelId="{953BAE18-5851-407C-96C3-980F10FECA17}" type="presParOf" srcId="{E9EE47B7-A42A-4FA5-9CEF-4954F25DD0DC}" destId="{F375E9B7-09C3-4C44-B479-4CBE86D74647}" srcOrd="2" destOrd="0" presId="urn:microsoft.com/office/officeart/2005/8/layout/bProcess3"/>
    <dgm:cxn modelId="{50AE7E7C-5A81-4508-9BE2-0B3AD95EC30C}" type="presParOf" srcId="{E9EE47B7-A42A-4FA5-9CEF-4954F25DD0DC}" destId="{D593A8C9-5953-4507-A207-278AEE39A847}" srcOrd="3" destOrd="0" presId="urn:microsoft.com/office/officeart/2005/8/layout/bProcess3"/>
    <dgm:cxn modelId="{3B89E2C3-BF3D-45BD-A03E-F5A545FE7092}" type="presParOf" srcId="{D593A8C9-5953-4507-A207-278AEE39A847}" destId="{D42DA219-F03B-4455-8F98-8C6C121E24EB}" srcOrd="0" destOrd="0" presId="urn:microsoft.com/office/officeart/2005/8/layout/bProcess3"/>
    <dgm:cxn modelId="{5A61C0DC-1BD7-478F-88A8-400AC41AB158}" type="presParOf" srcId="{E9EE47B7-A42A-4FA5-9CEF-4954F25DD0DC}" destId="{7D9A38FB-4B03-4B45-8957-A20C4F9577B3}" srcOrd="4" destOrd="0" presId="urn:microsoft.com/office/officeart/2005/8/layout/bProcess3"/>
    <dgm:cxn modelId="{DFD41DE8-5610-4A22-89C3-261112468437}" type="presParOf" srcId="{E9EE47B7-A42A-4FA5-9CEF-4954F25DD0DC}" destId="{854404B0-23C0-4E6C-96E2-0A7EB1D0C11F}" srcOrd="5" destOrd="0" presId="urn:microsoft.com/office/officeart/2005/8/layout/bProcess3"/>
    <dgm:cxn modelId="{32B693BA-FA7A-43FE-9EA0-7998DB8C227C}" type="presParOf" srcId="{854404B0-23C0-4E6C-96E2-0A7EB1D0C11F}" destId="{A4FFCAFC-9B33-48F4-B7BD-528D9CF89D28}" srcOrd="0" destOrd="0" presId="urn:microsoft.com/office/officeart/2005/8/layout/bProcess3"/>
    <dgm:cxn modelId="{B4B4A542-3EA3-4191-BDD7-7214754CF50B}" type="presParOf" srcId="{E9EE47B7-A42A-4FA5-9CEF-4954F25DD0DC}" destId="{65D7B267-4C79-4D19-9F26-F777612E31F7}" srcOrd="6" destOrd="0" presId="urn:microsoft.com/office/officeart/2005/8/layout/bProcess3"/>
    <dgm:cxn modelId="{A2291951-0374-4823-A484-07D9418DD1F6}" type="presParOf" srcId="{E9EE47B7-A42A-4FA5-9CEF-4954F25DD0DC}" destId="{66E4C3B2-15A4-4456-933D-44F9C5A8F6B7}" srcOrd="7" destOrd="0" presId="urn:microsoft.com/office/officeart/2005/8/layout/bProcess3"/>
    <dgm:cxn modelId="{4116F1C0-8C07-4BE2-BC41-B21D4683C617}" type="presParOf" srcId="{66E4C3B2-15A4-4456-933D-44F9C5A8F6B7}" destId="{34ED8B76-38DF-40A7-AC73-6EED48521801}" srcOrd="0" destOrd="0" presId="urn:microsoft.com/office/officeart/2005/8/layout/bProcess3"/>
    <dgm:cxn modelId="{A7921665-7C57-4799-AC33-E586FFEB0265}" type="presParOf" srcId="{E9EE47B7-A42A-4FA5-9CEF-4954F25DD0DC}" destId="{6DE9CE2C-C3D3-4616-8854-102E8B30EA54}" srcOrd="8" destOrd="0" presId="urn:microsoft.com/office/officeart/2005/8/layout/bProcess3"/>
    <dgm:cxn modelId="{B38D96F6-4AA2-46BA-992E-46E40BB5673E}" type="presParOf" srcId="{E9EE47B7-A42A-4FA5-9CEF-4954F25DD0DC}" destId="{272747A0-817C-4774-B0BE-163E7B5B20B0}" srcOrd="9" destOrd="0" presId="urn:microsoft.com/office/officeart/2005/8/layout/bProcess3"/>
    <dgm:cxn modelId="{753AE9F8-210E-4CB6-B000-E6C713031B68}" type="presParOf" srcId="{272747A0-817C-4774-B0BE-163E7B5B20B0}" destId="{C5EADBE8-9E52-4775-B17A-3E03873928AC}" srcOrd="0" destOrd="0" presId="urn:microsoft.com/office/officeart/2005/8/layout/bProcess3"/>
    <dgm:cxn modelId="{16F7995B-E1EF-4398-A387-42AEECE85BD8}" type="presParOf" srcId="{E9EE47B7-A42A-4FA5-9CEF-4954F25DD0DC}" destId="{4276C266-5C0E-4D51-A400-32018F856E1B}" srcOrd="10" destOrd="0" presId="urn:microsoft.com/office/officeart/2005/8/layout/bProcess3"/>
    <dgm:cxn modelId="{156F6972-BC39-4B45-AAF5-77375342AD36}" type="presParOf" srcId="{E9EE47B7-A42A-4FA5-9CEF-4954F25DD0DC}" destId="{CB29713E-7241-4376-86B4-7CC6A68F40C9}" srcOrd="11" destOrd="0" presId="urn:microsoft.com/office/officeart/2005/8/layout/bProcess3"/>
    <dgm:cxn modelId="{86740C34-11E6-403F-BEE0-B7C70E24B8A8}" type="presParOf" srcId="{CB29713E-7241-4376-86B4-7CC6A68F40C9}" destId="{FEF56EBF-6B3B-42E0-94C5-408E6D642388}" srcOrd="0" destOrd="0" presId="urn:microsoft.com/office/officeart/2005/8/layout/bProcess3"/>
    <dgm:cxn modelId="{18990FF0-11B3-4873-B13E-77C2C8EAB9E1}" type="presParOf" srcId="{E9EE47B7-A42A-4FA5-9CEF-4954F25DD0DC}" destId="{855AEDC3-F4CB-453C-A7E8-339878D826B5}" srcOrd="12" destOrd="0" presId="urn:microsoft.com/office/officeart/2005/8/layout/bProcess3"/>
    <dgm:cxn modelId="{6EC84AF0-59F2-4C84-9504-998DDF5A27A1}" type="presParOf" srcId="{E9EE47B7-A42A-4FA5-9CEF-4954F25DD0DC}" destId="{423D739C-7901-45B0-B8EC-83FB8C58E36E}" srcOrd="13" destOrd="0" presId="urn:microsoft.com/office/officeart/2005/8/layout/bProcess3"/>
    <dgm:cxn modelId="{47C58B01-0A12-49A0-AE39-80DB1C6FFCDA}" type="presParOf" srcId="{423D739C-7901-45B0-B8EC-83FB8C58E36E}" destId="{3EF9C920-874E-4278-B953-5434EBECD79F}" srcOrd="0" destOrd="0" presId="urn:microsoft.com/office/officeart/2005/8/layout/bProcess3"/>
    <dgm:cxn modelId="{844A856C-C572-42B0-9AD3-92CDF45F3BC3}" type="presParOf" srcId="{E9EE47B7-A42A-4FA5-9CEF-4954F25DD0DC}" destId="{6F468C04-12E9-46A7-B2A0-94B295909616}" srcOrd="1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E58986-47BB-4C84-8E54-A25611E40402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2" csCatId="accent1" phldr="1"/>
      <dgm:spPr/>
    </dgm:pt>
    <dgm:pt modelId="{1BD620A7-B44A-4F40-B16B-B5E4699A5021}">
      <dgm:prSet phldrT="[Text]"/>
      <dgm:spPr/>
      <dgm:t>
        <a:bodyPr/>
        <a:lstStyle/>
        <a:p>
          <a:r>
            <a:rPr lang="en-IN" dirty="0"/>
            <a:t>Data Collection</a:t>
          </a:r>
        </a:p>
      </dgm:t>
    </dgm:pt>
    <dgm:pt modelId="{249C4762-B9C0-442E-BCD0-5DB2667D5F27}" type="parTrans" cxnId="{318D5723-BBF4-4DB7-80C2-FBD601B0E50E}">
      <dgm:prSet/>
      <dgm:spPr/>
      <dgm:t>
        <a:bodyPr/>
        <a:lstStyle/>
        <a:p>
          <a:endParaRPr lang="en-IN"/>
        </a:p>
      </dgm:t>
    </dgm:pt>
    <dgm:pt modelId="{A2747895-6A41-4356-A5F1-1B7746E3F572}" type="sibTrans" cxnId="{318D5723-BBF4-4DB7-80C2-FBD601B0E50E}">
      <dgm:prSet/>
      <dgm:spPr/>
      <dgm:t>
        <a:bodyPr/>
        <a:lstStyle/>
        <a:p>
          <a:endParaRPr lang="en-IN"/>
        </a:p>
      </dgm:t>
    </dgm:pt>
    <dgm:pt modelId="{34050DA3-B46E-48CD-9536-66E57099DAAB}">
      <dgm:prSet phldrT="[Text]"/>
      <dgm:spPr/>
      <dgm:t>
        <a:bodyPr/>
        <a:lstStyle/>
        <a:p>
          <a:r>
            <a:rPr lang="en-IN" dirty="0"/>
            <a:t>Data Preprocessing</a:t>
          </a:r>
        </a:p>
      </dgm:t>
    </dgm:pt>
    <dgm:pt modelId="{E3933095-3256-4411-99FB-240FD179F8AE}" type="parTrans" cxnId="{5984D8EE-A597-4DA8-A4E4-B20AC7C01A5D}">
      <dgm:prSet/>
      <dgm:spPr/>
      <dgm:t>
        <a:bodyPr/>
        <a:lstStyle/>
        <a:p>
          <a:endParaRPr lang="en-IN"/>
        </a:p>
      </dgm:t>
    </dgm:pt>
    <dgm:pt modelId="{2F0B8053-EC2E-43DF-AD9C-56F37EEBA4CB}" type="sibTrans" cxnId="{5984D8EE-A597-4DA8-A4E4-B20AC7C01A5D}">
      <dgm:prSet/>
      <dgm:spPr/>
      <dgm:t>
        <a:bodyPr/>
        <a:lstStyle/>
        <a:p>
          <a:endParaRPr lang="en-IN"/>
        </a:p>
      </dgm:t>
    </dgm:pt>
    <dgm:pt modelId="{89B6F951-A41E-4D35-BDCB-D175D28E2F51}">
      <dgm:prSet phldrT="[Text]"/>
      <dgm:spPr/>
      <dgm:t>
        <a:bodyPr/>
        <a:lstStyle/>
        <a:p>
          <a:r>
            <a:rPr lang="en-IN" dirty="0"/>
            <a:t>Aspect-Based Sentiment Analysis</a:t>
          </a:r>
        </a:p>
      </dgm:t>
    </dgm:pt>
    <dgm:pt modelId="{3BAEFDA2-B7B9-41DC-863C-64C20ED3BC3D}" type="parTrans" cxnId="{64D33B58-108F-4E5A-8053-A0E6A4F10B8D}">
      <dgm:prSet/>
      <dgm:spPr/>
      <dgm:t>
        <a:bodyPr/>
        <a:lstStyle/>
        <a:p>
          <a:endParaRPr lang="en-IN"/>
        </a:p>
      </dgm:t>
    </dgm:pt>
    <dgm:pt modelId="{7CAA10AB-E921-4E58-AD98-4C0FB061693E}" type="sibTrans" cxnId="{64D33B58-108F-4E5A-8053-A0E6A4F10B8D}">
      <dgm:prSet/>
      <dgm:spPr/>
      <dgm:t>
        <a:bodyPr/>
        <a:lstStyle/>
        <a:p>
          <a:endParaRPr lang="en-IN"/>
        </a:p>
      </dgm:t>
    </dgm:pt>
    <dgm:pt modelId="{44FE9413-839C-45A8-968C-6DAD082F1547}">
      <dgm:prSet phldrT="[Text]"/>
      <dgm:spPr/>
      <dgm:t>
        <a:bodyPr/>
        <a:lstStyle/>
        <a:p>
          <a:r>
            <a:rPr lang="en-IN" dirty="0"/>
            <a:t>Data Analysis</a:t>
          </a:r>
        </a:p>
      </dgm:t>
    </dgm:pt>
    <dgm:pt modelId="{CE48E825-9209-46AA-A4B6-CD52B0F37E76}" type="parTrans" cxnId="{E0D6802B-09B6-4BE6-9C32-C1BBC66085AD}">
      <dgm:prSet/>
      <dgm:spPr/>
      <dgm:t>
        <a:bodyPr/>
        <a:lstStyle/>
        <a:p>
          <a:endParaRPr lang="en-IN"/>
        </a:p>
      </dgm:t>
    </dgm:pt>
    <dgm:pt modelId="{812A1168-D501-4B14-B6EE-447E1DA72963}" type="sibTrans" cxnId="{E0D6802B-09B6-4BE6-9C32-C1BBC66085AD}">
      <dgm:prSet/>
      <dgm:spPr/>
      <dgm:t>
        <a:bodyPr/>
        <a:lstStyle/>
        <a:p>
          <a:endParaRPr lang="en-IN"/>
        </a:p>
      </dgm:t>
    </dgm:pt>
    <dgm:pt modelId="{A6C8B3E0-69AA-4D1A-BF05-289B2DFCFEB8}">
      <dgm:prSet phldrT="[Text]"/>
      <dgm:spPr/>
      <dgm:t>
        <a:bodyPr/>
        <a:lstStyle/>
        <a:p>
          <a:r>
            <a:rPr lang="en-IN" dirty="0"/>
            <a:t>Visualization</a:t>
          </a:r>
        </a:p>
      </dgm:t>
    </dgm:pt>
    <dgm:pt modelId="{53440D21-B9B9-4DF7-B1CD-E4C7C6DC96A6}" type="parTrans" cxnId="{68249F90-C2B3-4C48-B740-03D8C3E8A659}">
      <dgm:prSet/>
      <dgm:spPr/>
      <dgm:t>
        <a:bodyPr/>
        <a:lstStyle/>
        <a:p>
          <a:endParaRPr lang="en-IN"/>
        </a:p>
      </dgm:t>
    </dgm:pt>
    <dgm:pt modelId="{0FE2017E-37B8-4D4E-ABC2-F56C1BE78CDB}" type="sibTrans" cxnId="{68249F90-C2B3-4C48-B740-03D8C3E8A659}">
      <dgm:prSet/>
      <dgm:spPr/>
      <dgm:t>
        <a:bodyPr/>
        <a:lstStyle/>
        <a:p>
          <a:endParaRPr lang="en-IN"/>
        </a:p>
      </dgm:t>
    </dgm:pt>
    <dgm:pt modelId="{A23DDE7A-9D36-4E4E-9809-4BF0D453857A}">
      <dgm:prSet phldrT="[Text]"/>
      <dgm:spPr/>
      <dgm:t>
        <a:bodyPr/>
        <a:lstStyle/>
        <a:p>
          <a:r>
            <a:rPr lang="en-IN" dirty="0"/>
            <a:t>Reporting and Recommendations</a:t>
          </a:r>
        </a:p>
      </dgm:t>
    </dgm:pt>
    <dgm:pt modelId="{4672BDF6-C5FA-492F-A72D-1341E5CF7F31}" type="parTrans" cxnId="{4DF91E5E-0366-4717-BDA1-B2CD39BE2ECE}">
      <dgm:prSet/>
      <dgm:spPr/>
      <dgm:t>
        <a:bodyPr/>
        <a:lstStyle/>
        <a:p>
          <a:endParaRPr lang="en-IN"/>
        </a:p>
      </dgm:t>
    </dgm:pt>
    <dgm:pt modelId="{17614C26-204F-4819-BB42-4BF528843FCE}" type="sibTrans" cxnId="{4DF91E5E-0366-4717-BDA1-B2CD39BE2ECE}">
      <dgm:prSet/>
      <dgm:spPr/>
      <dgm:t>
        <a:bodyPr/>
        <a:lstStyle/>
        <a:p>
          <a:endParaRPr lang="en-IN"/>
        </a:p>
      </dgm:t>
    </dgm:pt>
    <dgm:pt modelId="{7E7570E2-29D1-4C65-8D2F-C979CFF1CD67}">
      <dgm:prSet phldrT="[Text]"/>
      <dgm:spPr/>
      <dgm:t>
        <a:bodyPr/>
        <a:lstStyle/>
        <a:p>
          <a:r>
            <a:rPr lang="en-IN" dirty="0"/>
            <a:t>Deployment</a:t>
          </a:r>
        </a:p>
      </dgm:t>
    </dgm:pt>
    <dgm:pt modelId="{E3DE3924-B28C-48CD-B309-65EEBF048029}" type="parTrans" cxnId="{600CD6C8-ED22-491B-A254-EA489EF9F0F5}">
      <dgm:prSet/>
      <dgm:spPr/>
      <dgm:t>
        <a:bodyPr/>
        <a:lstStyle/>
        <a:p>
          <a:endParaRPr lang="en-IN"/>
        </a:p>
      </dgm:t>
    </dgm:pt>
    <dgm:pt modelId="{7E7018B6-008E-49B1-8446-327649C2160C}" type="sibTrans" cxnId="{600CD6C8-ED22-491B-A254-EA489EF9F0F5}">
      <dgm:prSet/>
      <dgm:spPr/>
      <dgm:t>
        <a:bodyPr/>
        <a:lstStyle/>
        <a:p>
          <a:endParaRPr lang="en-IN"/>
        </a:p>
      </dgm:t>
    </dgm:pt>
    <dgm:pt modelId="{29BBA055-0040-4263-A470-53B5D05DA10C}">
      <dgm:prSet phldrT="[Text]"/>
      <dgm:spPr/>
      <dgm:t>
        <a:bodyPr/>
        <a:lstStyle/>
        <a:p>
          <a:r>
            <a:rPr lang="en-IN" dirty="0"/>
            <a:t>Feedback Loop</a:t>
          </a:r>
        </a:p>
      </dgm:t>
    </dgm:pt>
    <dgm:pt modelId="{5121312F-CCA4-4861-AD5C-7BFE476FDC6E}" type="parTrans" cxnId="{F923D528-D580-410A-9EA0-22588F4AFDA8}">
      <dgm:prSet/>
      <dgm:spPr/>
      <dgm:t>
        <a:bodyPr/>
        <a:lstStyle/>
        <a:p>
          <a:endParaRPr lang="en-IN"/>
        </a:p>
      </dgm:t>
    </dgm:pt>
    <dgm:pt modelId="{31A3F8C2-5BC3-410E-907B-3448D0E4315E}" type="sibTrans" cxnId="{F923D528-D580-410A-9EA0-22588F4AFDA8}">
      <dgm:prSet/>
      <dgm:spPr/>
      <dgm:t>
        <a:bodyPr/>
        <a:lstStyle/>
        <a:p>
          <a:endParaRPr lang="en-IN"/>
        </a:p>
      </dgm:t>
    </dgm:pt>
    <dgm:pt modelId="{F954CEBF-990B-4CEA-991E-83F9E668455C}" type="pres">
      <dgm:prSet presAssocID="{D2E58986-47BB-4C84-8E54-A25611E40402}" presName="Name0" presStyleCnt="0">
        <dgm:presLayoutVars>
          <dgm:dir/>
          <dgm:resizeHandles val="exact"/>
        </dgm:presLayoutVars>
      </dgm:prSet>
      <dgm:spPr/>
    </dgm:pt>
    <dgm:pt modelId="{8E3C7DC6-D7B4-49E0-800D-E93BBF75F64F}" type="pres">
      <dgm:prSet presAssocID="{1BD620A7-B44A-4F40-B16B-B5E4699A5021}" presName="composite" presStyleCnt="0"/>
      <dgm:spPr/>
    </dgm:pt>
    <dgm:pt modelId="{1A2571F5-8646-4AE2-BDC0-19E35F7331CC}" type="pres">
      <dgm:prSet presAssocID="{1BD620A7-B44A-4F40-B16B-B5E4699A5021}" presName="bgChev" presStyleLbl="node1" presStyleIdx="0" presStyleCnt="8"/>
      <dgm:spPr/>
    </dgm:pt>
    <dgm:pt modelId="{96EC784C-FC7B-4570-B432-973CFE5DF298}" type="pres">
      <dgm:prSet presAssocID="{1BD620A7-B44A-4F40-B16B-B5E4699A5021}" presName="txNode" presStyleLbl="fgAcc1" presStyleIdx="0" presStyleCnt="8">
        <dgm:presLayoutVars>
          <dgm:bulletEnabled val="1"/>
        </dgm:presLayoutVars>
      </dgm:prSet>
      <dgm:spPr/>
    </dgm:pt>
    <dgm:pt modelId="{12F14E10-B7C9-4929-A4E6-605AE0D1697F}" type="pres">
      <dgm:prSet presAssocID="{A2747895-6A41-4356-A5F1-1B7746E3F572}" presName="compositeSpace" presStyleCnt="0"/>
      <dgm:spPr/>
    </dgm:pt>
    <dgm:pt modelId="{0BE1EA84-4C07-456A-8101-409E8EDF2B6A}" type="pres">
      <dgm:prSet presAssocID="{34050DA3-B46E-48CD-9536-66E57099DAAB}" presName="composite" presStyleCnt="0"/>
      <dgm:spPr/>
    </dgm:pt>
    <dgm:pt modelId="{580187B6-337E-4D7B-A984-7E01EB214B05}" type="pres">
      <dgm:prSet presAssocID="{34050DA3-B46E-48CD-9536-66E57099DAAB}" presName="bgChev" presStyleLbl="node1" presStyleIdx="1" presStyleCnt="8"/>
      <dgm:spPr/>
    </dgm:pt>
    <dgm:pt modelId="{51CD22AB-A615-4DE8-BB25-64F45F77AC30}" type="pres">
      <dgm:prSet presAssocID="{34050DA3-B46E-48CD-9536-66E57099DAAB}" presName="txNode" presStyleLbl="fgAcc1" presStyleIdx="1" presStyleCnt="8">
        <dgm:presLayoutVars>
          <dgm:bulletEnabled val="1"/>
        </dgm:presLayoutVars>
      </dgm:prSet>
      <dgm:spPr/>
    </dgm:pt>
    <dgm:pt modelId="{047193B9-1BF6-454E-8DB6-DA1230E56C90}" type="pres">
      <dgm:prSet presAssocID="{2F0B8053-EC2E-43DF-AD9C-56F37EEBA4CB}" presName="compositeSpace" presStyleCnt="0"/>
      <dgm:spPr/>
    </dgm:pt>
    <dgm:pt modelId="{7FAFF282-139B-4B54-AC04-4AA19C2E3870}" type="pres">
      <dgm:prSet presAssocID="{89B6F951-A41E-4D35-BDCB-D175D28E2F51}" presName="composite" presStyleCnt="0"/>
      <dgm:spPr/>
    </dgm:pt>
    <dgm:pt modelId="{483C7F8E-E139-4625-ADBA-11C06CD3617B}" type="pres">
      <dgm:prSet presAssocID="{89B6F951-A41E-4D35-BDCB-D175D28E2F51}" presName="bgChev" presStyleLbl="node1" presStyleIdx="2" presStyleCnt="8"/>
      <dgm:spPr/>
    </dgm:pt>
    <dgm:pt modelId="{7006F877-B1CF-4DF9-AF67-04BC0E8BDD24}" type="pres">
      <dgm:prSet presAssocID="{89B6F951-A41E-4D35-BDCB-D175D28E2F51}" presName="txNode" presStyleLbl="fgAcc1" presStyleIdx="2" presStyleCnt="8">
        <dgm:presLayoutVars>
          <dgm:bulletEnabled val="1"/>
        </dgm:presLayoutVars>
      </dgm:prSet>
      <dgm:spPr/>
    </dgm:pt>
    <dgm:pt modelId="{A7AA1CDC-6BD8-4888-AB0D-D17A7F079441}" type="pres">
      <dgm:prSet presAssocID="{7CAA10AB-E921-4E58-AD98-4C0FB061693E}" presName="compositeSpace" presStyleCnt="0"/>
      <dgm:spPr/>
    </dgm:pt>
    <dgm:pt modelId="{074AD3FA-FD30-4269-8877-E1B4261D459A}" type="pres">
      <dgm:prSet presAssocID="{44FE9413-839C-45A8-968C-6DAD082F1547}" presName="composite" presStyleCnt="0"/>
      <dgm:spPr/>
    </dgm:pt>
    <dgm:pt modelId="{EE4DC345-7CF0-4DC7-A8DD-6A618F456589}" type="pres">
      <dgm:prSet presAssocID="{44FE9413-839C-45A8-968C-6DAD082F1547}" presName="bgChev" presStyleLbl="node1" presStyleIdx="3" presStyleCnt="8"/>
      <dgm:spPr/>
    </dgm:pt>
    <dgm:pt modelId="{A3ADDCD9-84AD-41F3-985F-27F8B4378EB4}" type="pres">
      <dgm:prSet presAssocID="{44FE9413-839C-45A8-968C-6DAD082F1547}" presName="txNode" presStyleLbl="fgAcc1" presStyleIdx="3" presStyleCnt="8">
        <dgm:presLayoutVars>
          <dgm:bulletEnabled val="1"/>
        </dgm:presLayoutVars>
      </dgm:prSet>
      <dgm:spPr/>
    </dgm:pt>
    <dgm:pt modelId="{E5380A33-8765-4AA2-A0A7-940AB6A48A3B}" type="pres">
      <dgm:prSet presAssocID="{812A1168-D501-4B14-B6EE-447E1DA72963}" presName="compositeSpace" presStyleCnt="0"/>
      <dgm:spPr/>
    </dgm:pt>
    <dgm:pt modelId="{9221096B-5015-48F6-944F-E774D71DF928}" type="pres">
      <dgm:prSet presAssocID="{A6C8B3E0-69AA-4D1A-BF05-289B2DFCFEB8}" presName="composite" presStyleCnt="0"/>
      <dgm:spPr/>
    </dgm:pt>
    <dgm:pt modelId="{48A52855-407C-4AD5-8249-403B361E43EA}" type="pres">
      <dgm:prSet presAssocID="{A6C8B3E0-69AA-4D1A-BF05-289B2DFCFEB8}" presName="bgChev" presStyleLbl="node1" presStyleIdx="4" presStyleCnt="8"/>
      <dgm:spPr/>
    </dgm:pt>
    <dgm:pt modelId="{18D77D2D-8B7C-4D95-A0B5-62B0FBE1553B}" type="pres">
      <dgm:prSet presAssocID="{A6C8B3E0-69AA-4D1A-BF05-289B2DFCFEB8}" presName="txNode" presStyleLbl="fgAcc1" presStyleIdx="4" presStyleCnt="8">
        <dgm:presLayoutVars>
          <dgm:bulletEnabled val="1"/>
        </dgm:presLayoutVars>
      </dgm:prSet>
      <dgm:spPr/>
    </dgm:pt>
    <dgm:pt modelId="{679F55CD-D5CE-4D56-8534-9695A312F34D}" type="pres">
      <dgm:prSet presAssocID="{0FE2017E-37B8-4D4E-ABC2-F56C1BE78CDB}" presName="compositeSpace" presStyleCnt="0"/>
      <dgm:spPr/>
    </dgm:pt>
    <dgm:pt modelId="{0B3B0000-7654-43AC-83E6-D4ED20F7B117}" type="pres">
      <dgm:prSet presAssocID="{A23DDE7A-9D36-4E4E-9809-4BF0D453857A}" presName="composite" presStyleCnt="0"/>
      <dgm:spPr/>
    </dgm:pt>
    <dgm:pt modelId="{6254F227-9AA2-4785-8C23-52754AF7EC9B}" type="pres">
      <dgm:prSet presAssocID="{A23DDE7A-9D36-4E4E-9809-4BF0D453857A}" presName="bgChev" presStyleLbl="node1" presStyleIdx="5" presStyleCnt="8"/>
      <dgm:spPr/>
    </dgm:pt>
    <dgm:pt modelId="{7443CEF6-17DE-41C2-AB8F-3C6683056FD9}" type="pres">
      <dgm:prSet presAssocID="{A23DDE7A-9D36-4E4E-9809-4BF0D453857A}" presName="txNode" presStyleLbl="fgAcc1" presStyleIdx="5" presStyleCnt="8">
        <dgm:presLayoutVars>
          <dgm:bulletEnabled val="1"/>
        </dgm:presLayoutVars>
      </dgm:prSet>
      <dgm:spPr/>
    </dgm:pt>
    <dgm:pt modelId="{5A7B3E03-5D13-4811-84FF-491B3A5CEC62}" type="pres">
      <dgm:prSet presAssocID="{17614C26-204F-4819-BB42-4BF528843FCE}" presName="compositeSpace" presStyleCnt="0"/>
      <dgm:spPr/>
    </dgm:pt>
    <dgm:pt modelId="{9FC623FA-0165-4F08-B94F-0E36D0E95527}" type="pres">
      <dgm:prSet presAssocID="{7E7570E2-29D1-4C65-8D2F-C979CFF1CD67}" presName="composite" presStyleCnt="0"/>
      <dgm:spPr/>
    </dgm:pt>
    <dgm:pt modelId="{48569DE2-7A35-4E4B-923C-F8B760CEFB1C}" type="pres">
      <dgm:prSet presAssocID="{7E7570E2-29D1-4C65-8D2F-C979CFF1CD67}" presName="bgChev" presStyleLbl="node1" presStyleIdx="6" presStyleCnt="8"/>
      <dgm:spPr/>
    </dgm:pt>
    <dgm:pt modelId="{8B0659BE-053E-4DD4-9627-3FFBD0F5A52D}" type="pres">
      <dgm:prSet presAssocID="{7E7570E2-29D1-4C65-8D2F-C979CFF1CD67}" presName="txNode" presStyleLbl="fgAcc1" presStyleIdx="6" presStyleCnt="8">
        <dgm:presLayoutVars>
          <dgm:bulletEnabled val="1"/>
        </dgm:presLayoutVars>
      </dgm:prSet>
      <dgm:spPr/>
    </dgm:pt>
    <dgm:pt modelId="{2217812B-2A45-4FE0-AF79-3592B8CE9EAB}" type="pres">
      <dgm:prSet presAssocID="{7E7018B6-008E-49B1-8446-327649C2160C}" presName="compositeSpace" presStyleCnt="0"/>
      <dgm:spPr/>
    </dgm:pt>
    <dgm:pt modelId="{23AD83A9-8951-4839-B52D-9D3C88048465}" type="pres">
      <dgm:prSet presAssocID="{29BBA055-0040-4263-A470-53B5D05DA10C}" presName="composite" presStyleCnt="0"/>
      <dgm:spPr/>
    </dgm:pt>
    <dgm:pt modelId="{937F9F74-150F-48E1-A5BD-4FCDF8A4A4B5}" type="pres">
      <dgm:prSet presAssocID="{29BBA055-0040-4263-A470-53B5D05DA10C}" presName="bgChev" presStyleLbl="node1" presStyleIdx="7" presStyleCnt="8"/>
      <dgm:spPr/>
    </dgm:pt>
    <dgm:pt modelId="{30BAC71C-6074-4C77-88BA-7010E027C1FB}" type="pres">
      <dgm:prSet presAssocID="{29BBA055-0040-4263-A470-53B5D05DA10C}" presName="txNode" presStyleLbl="fgAcc1" presStyleIdx="7" presStyleCnt="8">
        <dgm:presLayoutVars>
          <dgm:bulletEnabled val="1"/>
        </dgm:presLayoutVars>
      </dgm:prSet>
      <dgm:spPr/>
    </dgm:pt>
  </dgm:ptLst>
  <dgm:cxnLst>
    <dgm:cxn modelId="{F674E61C-1A70-4531-9620-64A63437B088}" type="presOf" srcId="{44FE9413-839C-45A8-968C-6DAD082F1547}" destId="{A3ADDCD9-84AD-41F3-985F-27F8B4378EB4}" srcOrd="0" destOrd="0" presId="urn:microsoft.com/office/officeart/2005/8/layout/chevronAccent+Icon"/>
    <dgm:cxn modelId="{318D5723-BBF4-4DB7-80C2-FBD601B0E50E}" srcId="{D2E58986-47BB-4C84-8E54-A25611E40402}" destId="{1BD620A7-B44A-4F40-B16B-B5E4699A5021}" srcOrd="0" destOrd="0" parTransId="{249C4762-B9C0-442E-BCD0-5DB2667D5F27}" sibTransId="{A2747895-6A41-4356-A5F1-1B7746E3F572}"/>
    <dgm:cxn modelId="{F923D528-D580-410A-9EA0-22588F4AFDA8}" srcId="{D2E58986-47BB-4C84-8E54-A25611E40402}" destId="{29BBA055-0040-4263-A470-53B5D05DA10C}" srcOrd="7" destOrd="0" parTransId="{5121312F-CCA4-4861-AD5C-7BFE476FDC6E}" sibTransId="{31A3F8C2-5BC3-410E-907B-3448D0E4315E}"/>
    <dgm:cxn modelId="{E0D6802B-09B6-4BE6-9C32-C1BBC66085AD}" srcId="{D2E58986-47BB-4C84-8E54-A25611E40402}" destId="{44FE9413-839C-45A8-968C-6DAD082F1547}" srcOrd="3" destOrd="0" parTransId="{CE48E825-9209-46AA-A4B6-CD52B0F37E76}" sibTransId="{812A1168-D501-4B14-B6EE-447E1DA72963}"/>
    <dgm:cxn modelId="{80DD2C30-DB4E-4CC0-AFED-3D7220E7F58E}" type="presOf" srcId="{A23DDE7A-9D36-4E4E-9809-4BF0D453857A}" destId="{7443CEF6-17DE-41C2-AB8F-3C6683056FD9}" srcOrd="0" destOrd="0" presId="urn:microsoft.com/office/officeart/2005/8/layout/chevronAccent+Icon"/>
    <dgm:cxn modelId="{4DF91E5E-0366-4717-BDA1-B2CD39BE2ECE}" srcId="{D2E58986-47BB-4C84-8E54-A25611E40402}" destId="{A23DDE7A-9D36-4E4E-9809-4BF0D453857A}" srcOrd="5" destOrd="0" parTransId="{4672BDF6-C5FA-492F-A72D-1341E5CF7F31}" sibTransId="{17614C26-204F-4819-BB42-4BF528843FCE}"/>
    <dgm:cxn modelId="{B73A7944-E845-471E-AD22-5AF3ECB798B7}" type="presOf" srcId="{29BBA055-0040-4263-A470-53B5D05DA10C}" destId="{30BAC71C-6074-4C77-88BA-7010E027C1FB}" srcOrd="0" destOrd="0" presId="urn:microsoft.com/office/officeart/2005/8/layout/chevronAccent+Icon"/>
    <dgm:cxn modelId="{64D33B58-108F-4E5A-8053-A0E6A4F10B8D}" srcId="{D2E58986-47BB-4C84-8E54-A25611E40402}" destId="{89B6F951-A41E-4D35-BDCB-D175D28E2F51}" srcOrd="2" destOrd="0" parTransId="{3BAEFDA2-B7B9-41DC-863C-64C20ED3BC3D}" sibTransId="{7CAA10AB-E921-4E58-AD98-4C0FB061693E}"/>
    <dgm:cxn modelId="{4BF5628B-B316-4017-9ABB-BF3F54A9DE6F}" type="presOf" srcId="{A6C8B3E0-69AA-4D1A-BF05-289B2DFCFEB8}" destId="{18D77D2D-8B7C-4D95-A0B5-62B0FBE1553B}" srcOrd="0" destOrd="0" presId="urn:microsoft.com/office/officeart/2005/8/layout/chevronAccent+Icon"/>
    <dgm:cxn modelId="{68249F90-C2B3-4C48-B740-03D8C3E8A659}" srcId="{D2E58986-47BB-4C84-8E54-A25611E40402}" destId="{A6C8B3E0-69AA-4D1A-BF05-289B2DFCFEB8}" srcOrd="4" destOrd="0" parTransId="{53440D21-B9B9-4DF7-B1CD-E4C7C6DC96A6}" sibTransId="{0FE2017E-37B8-4D4E-ABC2-F56C1BE78CDB}"/>
    <dgm:cxn modelId="{2C023FA9-C336-4954-B274-636F7D657D30}" type="presOf" srcId="{7E7570E2-29D1-4C65-8D2F-C979CFF1CD67}" destId="{8B0659BE-053E-4DD4-9627-3FFBD0F5A52D}" srcOrd="0" destOrd="0" presId="urn:microsoft.com/office/officeart/2005/8/layout/chevronAccent+Icon"/>
    <dgm:cxn modelId="{E2A192AB-30B1-4FA1-BC10-31FFFABFE8B1}" type="presOf" srcId="{D2E58986-47BB-4C84-8E54-A25611E40402}" destId="{F954CEBF-990B-4CEA-991E-83F9E668455C}" srcOrd="0" destOrd="0" presId="urn:microsoft.com/office/officeart/2005/8/layout/chevronAccent+Icon"/>
    <dgm:cxn modelId="{D1191FB4-304C-460E-BE0D-DAB2304C29BE}" type="presOf" srcId="{34050DA3-B46E-48CD-9536-66E57099DAAB}" destId="{51CD22AB-A615-4DE8-BB25-64F45F77AC30}" srcOrd="0" destOrd="0" presId="urn:microsoft.com/office/officeart/2005/8/layout/chevronAccent+Icon"/>
    <dgm:cxn modelId="{B53EC0BD-763B-4194-A1EF-22493EE584F6}" type="presOf" srcId="{89B6F951-A41E-4D35-BDCB-D175D28E2F51}" destId="{7006F877-B1CF-4DF9-AF67-04BC0E8BDD24}" srcOrd="0" destOrd="0" presId="urn:microsoft.com/office/officeart/2005/8/layout/chevronAccent+Icon"/>
    <dgm:cxn modelId="{600CD6C8-ED22-491B-A254-EA489EF9F0F5}" srcId="{D2E58986-47BB-4C84-8E54-A25611E40402}" destId="{7E7570E2-29D1-4C65-8D2F-C979CFF1CD67}" srcOrd="6" destOrd="0" parTransId="{E3DE3924-B28C-48CD-B309-65EEBF048029}" sibTransId="{7E7018B6-008E-49B1-8446-327649C2160C}"/>
    <dgm:cxn modelId="{5984D8EE-A597-4DA8-A4E4-B20AC7C01A5D}" srcId="{D2E58986-47BB-4C84-8E54-A25611E40402}" destId="{34050DA3-B46E-48CD-9536-66E57099DAAB}" srcOrd="1" destOrd="0" parTransId="{E3933095-3256-4411-99FB-240FD179F8AE}" sibTransId="{2F0B8053-EC2E-43DF-AD9C-56F37EEBA4CB}"/>
    <dgm:cxn modelId="{BF796AF7-1CC0-456C-8984-DFF6585F9952}" type="presOf" srcId="{1BD620A7-B44A-4F40-B16B-B5E4699A5021}" destId="{96EC784C-FC7B-4570-B432-973CFE5DF298}" srcOrd="0" destOrd="0" presId="urn:microsoft.com/office/officeart/2005/8/layout/chevronAccent+Icon"/>
    <dgm:cxn modelId="{2B36A4EC-3C62-425B-B3F1-FE79F13DB731}" type="presParOf" srcId="{F954CEBF-990B-4CEA-991E-83F9E668455C}" destId="{8E3C7DC6-D7B4-49E0-800D-E93BBF75F64F}" srcOrd="0" destOrd="0" presId="urn:microsoft.com/office/officeart/2005/8/layout/chevronAccent+Icon"/>
    <dgm:cxn modelId="{ED79D5AC-33BB-440F-B9D9-DA450A08BAF3}" type="presParOf" srcId="{8E3C7DC6-D7B4-49E0-800D-E93BBF75F64F}" destId="{1A2571F5-8646-4AE2-BDC0-19E35F7331CC}" srcOrd="0" destOrd="0" presId="urn:microsoft.com/office/officeart/2005/8/layout/chevronAccent+Icon"/>
    <dgm:cxn modelId="{86304F26-E79B-4C76-BEB8-0E6B8D14C68A}" type="presParOf" srcId="{8E3C7DC6-D7B4-49E0-800D-E93BBF75F64F}" destId="{96EC784C-FC7B-4570-B432-973CFE5DF298}" srcOrd="1" destOrd="0" presId="urn:microsoft.com/office/officeart/2005/8/layout/chevronAccent+Icon"/>
    <dgm:cxn modelId="{46DE69C5-ECD7-42E3-8850-E66D05571A89}" type="presParOf" srcId="{F954CEBF-990B-4CEA-991E-83F9E668455C}" destId="{12F14E10-B7C9-4929-A4E6-605AE0D1697F}" srcOrd="1" destOrd="0" presId="urn:microsoft.com/office/officeart/2005/8/layout/chevronAccent+Icon"/>
    <dgm:cxn modelId="{14489A26-6159-4D4D-A146-5A6CE3F12DA3}" type="presParOf" srcId="{F954CEBF-990B-4CEA-991E-83F9E668455C}" destId="{0BE1EA84-4C07-456A-8101-409E8EDF2B6A}" srcOrd="2" destOrd="0" presId="urn:microsoft.com/office/officeart/2005/8/layout/chevronAccent+Icon"/>
    <dgm:cxn modelId="{EE734A66-2C3E-49DF-BC8A-DABD3025D419}" type="presParOf" srcId="{0BE1EA84-4C07-456A-8101-409E8EDF2B6A}" destId="{580187B6-337E-4D7B-A984-7E01EB214B05}" srcOrd="0" destOrd="0" presId="urn:microsoft.com/office/officeart/2005/8/layout/chevronAccent+Icon"/>
    <dgm:cxn modelId="{A69426B3-25B0-4FA6-844D-F28ABD2C5DB2}" type="presParOf" srcId="{0BE1EA84-4C07-456A-8101-409E8EDF2B6A}" destId="{51CD22AB-A615-4DE8-BB25-64F45F77AC30}" srcOrd="1" destOrd="0" presId="urn:microsoft.com/office/officeart/2005/8/layout/chevronAccent+Icon"/>
    <dgm:cxn modelId="{42BB523D-F42E-4AF6-9527-7D6FFFF689D9}" type="presParOf" srcId="{F954CEBF-990B-4CEA-991E-83F9E668455C}" destId="{047193B9-1BF6-454E-8DB6-DA1230E56C90}" srcOrd="3" destOrd="0" presId="urn:microsoft.com/office/officeart/2005/8/layout/chevronAccent+Icon"/>
    <dgm:cxn modelId="{E00BA00F-522B-4772-A1AC-3114B098F9FE}" type="presParOf" srcId="{F954CEBF-990B-4CEA-991E-83F9E668455C}" destId="{7FAFF282-139B-4B54-AC04-4AA19C2E3870}" srcOrd="4" destOrd="0" presId="urn:microsoft.com/office/officeart/2005/8/layout/chevronAccent+Icon"/>
    <dgm:cxn modelId="{6F16ABC0-5706-42C6-A9E9-0437B0506CF4}" type="presParOf" srcId="{7FAFF282-139B-4B54-AC04-4AA19C2E3870}" destId="{483C7F8E-E139-4625-ADBA-11C06CD3617B}" srcOrd="0" destOrd="0" presId="urn:microsoft.com/office/officeart/2005/8/layout/chevronAccent+Icon"/>
    <dgm:cxn modelId="{1F982DD3-2BC0-4341-B212-3E763F5FCB4E}" type="presParOf" srcId="{7FAFF282-139B-4B54-AC04-4AA19C2E3870}" destId="{7006F877-B1CF-4DF9-AF67-04BC0E8BDD24}" srcOrd="1" destOrd="0" presId="urn:microsoft.com/office/officeart/2005/8/layout/chevronAccent+Icon"/>
    <dgm:cxn modelId="{1E126988-D126-4E74-8D3A-89F01068AA86}" type="presParOf" srcId="{F954CEBF-990B-4CEA-991E-83F9E668455C}" destId="{A7AA1CDC-6BD8-4888-AB0D-D17A7F079441}" srcOrd="5" destOrd="0" presId="urn:microsoft.com/office/officeart/2005/8/layout/chevronAccent+Icon"/>
    <dgm:cxn modelId="{51B0B3B4-9DEF-4F91-BE3B-571666AE4C6D}" type="presParOf" srcId="{F954CEBF-990B-4CEA-991E-83F9E668455C}" destId="{074AD3FA-FD30-4269-8877-E1B4261D459A}" srcOrd="6" destOrd="0" presId="urn:microsoft.com/office/officeart/2005/8/layout/chevronAccent+Icon"/>
    <dgm:cxn modelId="{6F6D49E7-96F2-4E7F-858B-804A2317E56A}" type="presParOf" srcId="{074AD3FA-FD30-4269-8877-E1B4261D459A}" destId="{EE4DC345-7CF0-4DC7-A8DD-6A618F456589}" srcOrd="0" destOrd="0" presId="urn:microsoft.com/office/officeart/2005/8/layout/chevronAccent+Icon"/>
    <dgm:cxn modelId="{D7FEF02A-2C75-48DB-87FF-6337FF28DD83}" type="presParOf" srcId="{074AD3FA-FD30-4269-8877-E1B4261D459A}" destId="{A3ADDCD9-84AD-41F3-985F-27F8B4378EB4}" srcOrd="1" destOrd="0" presId="urn:microsoft.com/office/officeart/2005/8/layout/chevronAccent+Icon"/>
    <dgm:cxn modelId="{BC43EA81-E931-4ABB-8E17-3EE9880C7E84}" type="presParOf" srcId="{F954CEBF-990B-4CEA-991E-83F9E668455C}" destId="{E5380A33-8765-4AA2-A0A7-940AB6A48A3B}" srcOrd="7" destOrd="0" presId="urn:microsoft.com/office/officeart/2005/8/layout/chevronAccent+Icon"/>
    <dgm:cxn modelId="{0A6DB122-547D-4ABC-9050-D33E2147E2BF}" type="presParOf" srcId="{F954CEBF-990B-4CEA-991E-83F9E668455C}" destId="{9221096B-5015-48F6-944F-E774D71DF928}" srcOrd="8" destOrd="0" presId="urn:microsoft.com/office/officeart/2005/8/layout/chevronAccent+Icon"/>
    <dgm:cxn modelId="{B4259969-8349-447D-A034-807B247271ED}" type="presParOf" srcId="{9221096B-5015-48F6-944F-E774D71DF928}" destId="{48A52855-407C-4AD5-8249-403B361E43EA}" srcOrd="0" destOrd="0" presId="urn:microsoft.com/office/officeart/2005/8/layout/chevronAccent+Icon"/>
    <dgm:cxn modelId="{F3ACF704-0614-4526-99A8-5592464D6A74}" type="presParOf" srcId="{9221096B-5015-48F6-944F-E774D71DF928}" destId="{18D77D2D-8B7C-4D95-A0B5-62B0FBE1553B}" srcOrd="1" destOrd="0" presId="urn:microsoft.com/office/officeart/2005/8/layout/chevronAccent+Icon"/>
    <dgm:cxn modelId="{39D391DE-B1BF-4B2B-B7EF-7A81E308B508}" type="presParOf" srcId="{F954CEBF-990B-4CEA-991E-83F9E668455C}" destId="{679F55CD-D5CE-4D56-8534-9695A312F34D}" srcOrd="9" destOrd="0" presId="urn:microsoft.com/office/officeart/2005/8/layout/chevronAccent+Icon"/>
    <dgm:cxn modelId="{14964246-B865-4B44-889E-BF11C3848F44}" type="presParOf" srcId="{F954CEBF-990B-4CEA-991E-83F9E668455C}" destId="{0B3B0000-7654-43AC-83E6-D4ED20F7B117}" srcOrd="10" destOrd="0" presId="urn:microsoft.com/office/officeart/2005/8/layout/chevronAccent+Icon"/>
    <dgm:cxn modelId="{67DA6758-FB21-44D4-B117-B74FC8F198ED}" type="presParOf" srcId="{0B3B0000-7654-43AC-83E6-D4ED20F7B117}" destId="{6254F227-9AA2-4785-8C23-52754AF7EC9B}" srcOrd="0" destOrd="0" presId="urn:microsoft.com/office/officeart/2005/8/layout/chevronAccent+Icon"/>
    <dgm:cxn modelId="{182CF361-65AC-4363-B1E4-F037EF35B342}" type="presParOf" srcId="{0B3B0000-7654-43AC-83E6-D4ED20F7B117}" destId="{7443CEF6-17DE-41C2-AB8F-3C6683056FD9}" srcOrd="1" destOrd="0" presId="urn:microsoft.com/office/officeart/2005/8/layout/chevronAccent+Icon"/>
    <dgm:cxn modelId="{C2246D54-EC1C-4BCB-ABF9-1FFF14E029AD}" type="presParOf" srcId="{F954CEBF-990B-4CEA-991E-83F9E668455C}" destId="{5A7B3E03-5D13-4811-84FF-491B3A5CEC62}" srcOrd="11" destOrd="0" presId="urn:microsoft.com/office/officeart/2005/8/layout/chevronAccent+Icon"/>
    <dgm:cxn modelId="{8B443F45-4C0F-4D54-8245-A4D958E717D4}" type="presParOf" srcId="{F954CEBF-990B-4CEA-991E-83F9E668455C}" destId="{9FC623FA-0165-4F08-B94F-0E36D0E95527}" srcOrd="12" destOrd="0" presId="urn:microsoft.com/office/officeart/2005/8/layout/chevronAccent+Icon"/>
    <dgm:cxn modelId="{9CC46946-510B-4F99-A73A-9F30A81A1543}" type="presParOf" srcId="{9FC623FA-0165-4F08-B94F-0E36D0E95527}" destId="{48569DE2-7A35-4E4B-923C-F8B760CEFB1C}" srcOrd="0" destOrd="0" presId="urn:microsoft.com/office/officeart/2005/8/layout/chevronAccent+Icon"/>
    <dgm:cxn modelId="{C5E19864-DFA4-403D-BA7C-B277E9DAB971}" type="presParOf" srcId="{9FC623FA-0165-4F08-B94F-0E36D0E95527}" destId="{8B0659BE-053E-4DD4-9627-3FFBD0F5A52D}" srcOrd="1" destOrd="0" presId="urn:microsoft.com/office/officeart/2005/8/layout/chevronAccent+Icon"/>
    <dgm:cxn modelId="{C389FBC0-D617-470E-B625-238E448490D6}" type="presParOf" srcId="{F954CEBF-990B-4CEA-991E-83F9E668455C}" destId="{2217812B-2A45-4FE0-AF79-3592B8CE9EAB}" srcOrd="13" destOrd="0" presId="urn:microsoft.com/office/officeart/2005/8/layout/chevronAccent+Icon"/>
    <dgm:cxn modelId="{D1389533-2FFE-4F7F-A873-E6DB0EEE28AB}" type="presParOf" srcId="{F954CEBF-990B-4CEA-991E-83F9E668455C}" destId="{23AD83A9-8951-4839-B52D-9D3C88048465}" srcOrd="14" destOrd="0" presId="urn:microsoft.com/office/officeart/2005/8/layout/chevronAccent+Icon"/>
    <dgm:cxn modelId="{774039A4-B386-4E8D-8740-DA11EEAA7463}" type="presParOf" srcId="{23AD83A9-8951-4839-B52D-9D3C88048465}" destId="{937F9F74-150F-48E1-A5BD-4FCDF8A4A4B5}" srcOrd="0" destOrd="0" presId="urn:microsoft.com/office/officeart/2005/8/layout/chevronAccent+Icon"/>
    <dgm:cxn modelId="{08A8EF50-7D98-4970-9242-4BC6506AE9D9}" type="presParOf" srcId="{23AD83A9-8951-4839-B52D-9D3C88048465}" destId="{30BAC71C-6074-4C77-88BA-7010E027C1FB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3639C89-F55F-4A7B-B313-045857180B1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4810F6F-1352-4D83-9253-797934B36855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IN" b="1" i="0" dirty="0"/>
            <a:t>Granularity of Analysis</a:t>
          </a:r>
          <a:r>
            <a:rPr lang="en-IN" b="0" i="0" dirty="0"/>
            <a:t>:</a:t>
          </a:r>
          <a:endParaRPr lang="en-IN" dirty="0"/>
        </a:p>
      </dgm:t>
    </dgm:pt>
    <dgm:pt modelId="{E09FF281-0A66-49AA-9845-0BAD758CE289}" type="parTrans" cxnId="{279E89D4-B669-4FF4-8695-9CF5204FE88E}">
      <dgm:prSet/>
      <dgm:spPr/>
      <dgm:t>
        <a:bodyPr/>
        <a:lstStyle/>
        <a:p>
          <a:endParaRPr lang="en-IN"/>
        </a:p>
      </dgm:t>
    </dgm:pt>
    <dgm:pt modelId="{A63D5D7F-11DE-4359-A5CB-A6BB26D3DA7A}" type="sibTrans" cxnId="{279E89D4-B669-4FF4-8695-9CF5204FE88E}">
      <dgm:prSet/>
      <dgm:spPr/>
      <dgm:t>
        <a:bodyPr/>
        <a:lstStyle/>
        <a:p>
          <a:endParaRPr lang="en-IN"/>
        </a:p>
      </dgm:t>
    </dgm:pt>
    <dgm:pt modelId="{46D902C2-6E4D-4FBA-8741-B4C90AE23934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 i="0"/>
            <a:t>Sentiment Analysis</a:t>
          </a:r>
          <a:r>
            <a:rPr lang="en-US" b="0" i="0"/>
            <a:t>: Focuses on determining the overall sentiment (positive, negative, or neutral) of a text as a whole.</a:t>
          </a:r>
        </a:p>
      </dgm:t>
    </dgm:pt>
    <dgm:pt modelId="{76DA9872-34CC-4B43-9585-09359BCE4466}" type="parTrans" cxnId="{C357BBFA-92C7-412E-A149-87AE4FB9A91E}">
      <dgm:prSet/>
      <dgm:spPr/>
      <dgm:t>
        <a:bodyPr/>
        <a:lstStyle/>
        <a:p>
          <a:endParaRPr lang="en-IN"/>
        </a:p>
      </dgm:t>
    </dgm:pt>
    <dgm:pt modelId="{E67A6ACE-84B0-412D-981F-13C370121139}" type="sibTrans" cxnId="{C357BBFA-92C7-412E-A149-87AE4FB9A91E}">
      <dgm:prSet/>
      <dgm:spPr/>
      <dgm:t>
        <a:bodyPr/>
        <a:lstStyle/>
        <a:p>
          <a:endParaRPr lang="en-IN"/>
        </a:p>
      </dgm:t>
    </dgm:pt>
    <dgm:pt modelId="{19A48EDE-C886-4189-A736-56075D2FC212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 i="0"/>
            <a:t>ABSA</a:t>
          </a:r>
          <a:r>
            <a:rPr lang="en-US" b="0" i="0"/>
            <a:t>: Analyzes sentiment at a finer level by identifying specific aspects or features within the text and determining sentiment for each aspect.</a:t>
          </a:r>
        </a:p>
      </dgm:t>
    </dgm:pt>
    <dgm:pt modelId="{788DB1B6-D63C-476A-951E-29182A07D061}" type="parTrans" cxnId="{94C5956F-0F5B-4ED9-9CB1-D81995AD5603}">
      <dgm:prSet/>
      <dgm:spPr/>
      <dgm:t>
        <a:bodyPr/>
        <a:lstStyle/>
        <a:p>
          <a:endParaRPr lang="en-IN"/>
        </a:p>
      </dgm:t>
    </dgm:pt>
    <dgm:pt modelId="{F326487C-4E67-45B9-B556-E3BD514B041B}" type="sibTrans" cxnId="{94C5956F-0F5B-4ED9-9CB1-D81995AD5603}">
      <dgm:prSet/>
      <dgm:spPr/>
      <dgm:t>
        <a:bodyPr/>
        <a:lstStyle/>
        <a:p>
          <a:endParaRPr lang="en-IN"/>
        </a:p>
      </dgm:t>
    </dgm:pt>
    <dgm:pt modelId="{8CE62FE8-E7A3-49E7-BABC-AB20F2A46052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i="0" dirty="0"/>
            <a:t>Complexity</a:t>
          </a:r>
          <a:r>
            <a:rPr lang="en-IN" b="0" i="0" dirty="0"/>
            <a:t>:</a:t>
          </a:r>
        </a:p>
      </dgm:t>
    </dgm:pt>
    <dgm:pt modelId="{ACCDBF82-F438-4A4E-9C46-2685C50A1F2F}" type="parTrans" cxnId="{344F617F-DE5F-4D18-9B64-735054BFA778}">
      <dgm:prSet/>
      <dgm:spPr/>
      <dgm:t>
        <a:bodyPr/>
        <a:lstStyle/>
        <a:p>
          <a:endParaRPr lang="en-IN"/>
        </a:p>
      </dgm:t>
    </dgm:pt>
    <dgm:pt modelId="{1461422A-5F50-4EDD-B7FA-CAA1CF3DF73D}" type="sibTrans" cxnId="{344F617F-DE5F-4D18-9B64-735054BFA778}">
      <dgm:prSet/>
      <dgm:spPr/>
      <dgm:t>
        <a:bodyPr/>
        <a:lstStyle/>
        <a:p>
          <a:endParaRPr lang="en-IN"/>
        </a:p>
      </dgm:t>
    </dgm:pt>
    <dgm:pt modelId="{DA124393-30B7-4C43-9A5F-3A5391ACB6D1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 i="0" dirty="0"/>
            <a:t>Sentiment Analysis</a:t>
          </a:r>
          <a:r>
            <a:rPr lang="en-US" b="0" i="0" dirty="0"/>
            <a:t>: Relatively simpler as it does not require aspect extraction or detailed analysis of specific components.</a:t>
          </a:r>
        </a:p>
      </dgm:t>
    </dgm:pt>
    <dgm:pt modelId="{32F306A1-5D7D-4A18-B6FD-61407880C68D}" type="parTrans" cxnId="{D4DF9AF5-AA82-4EE8-BB46-7E59830A25B5}">
      <dgm:prSet/>
      <dgm:spPr/>
      <dgm:t>
        <a:bodyPr/>
        <a:lstStyle/>
        <a:p>
          <a:endParaRPr lang="en-IN"/>
        </a:p>
      </dgm:t>
    </dgm:pt>
    <dgm:pt modelId="{07D4F321-51A2-421B-8198-A6FE7F6B6F95}" type="sibTrans" cxnId="{D4DF9AF5-AA82-4EE8-BB46-7E59830A25B5}">
      <dgm:prSet/>
      <dgm:spPr/>
      <dgm:t>
        <a:bodyPr/>
        <a:lstStyle/>
        <a:p>
          <a:endParaRPr lang="en-IN"/>
        </a:p>
      </dgm:t>
    </dgm:pt>
    <dgm:pt modelId="{9C227347-9E69-4244-9AB0-FCBD8763930E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 i="0"/>
            <a:t>ABSA</a:t>
          </a:r>
          <a:r>
            <a:rPr lang="en-US" b="0" i="0"/>
            <a:t>: More complex as it involves identifying aspects, associating sentiments with them, and sometimes even determining their relationships.</a:t>
          </a:r>
        </a:p>
      </dgm:t>
    </dgm:pt>
    <dgm:pt modelId="{40BDA2D5-2E54-4528-B6B6-D99E80F0D00E}" type="parTrans" cxnId="{40AEF43F-43CD-4D4A-B655-7D5B0EA04826}">
      <dgm:prSet/>
      <dgm:spPr/>
      <dgm:t>
        <a:bodyPr/>
        <a:lstStyle/>
        <a:p>
          <a:endParaRPr lang="en-IN"/>
        </a:p>
      </dgm:t>
    </dgm:pt>
    <dgm:pt modelId="{0CD2CB7C-1ADC-4834-9FC3-6C03BE6BD8BF}" type="sibTrans" cxnId="{40AEF43F-43CD-4D4A-B655-7D5B0EA04826}">
      <dgm:prSet/>
      <dgm:spPr/>
      <dgm:t>
        <a:bodyPr/>
        <a:lstStyle/>
        <a:p>
          <a:endParaRPr lang="en-IN"/>
        </a:p>
      </dgm:t>
    </dgm:pt>
    <dgm:pt modelId="{D7BD02CB-BE67-4E83-8481-6948DB6657CB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i="0"/>
            <a:t>Use Cases</a:t>
          </a:r>
          <a:r>
            <a:rPr lang="en-IN" b="0" i="0"/>
            <a:t>:</a:t>
          </a:r>
        </a:p>
      </dgm:t>
    </dgm:pt>
    <dgm:pt modelId="{FDE7FA18-AC83-47E7-B22D-4C7AE0C54788}" type="parTrans" cxnId="{7BAE2931-5811-4589-801D-C207FF9168BF}">
      <dgm:prSet/>
      <dgm:spPr/>
      <dgm:t>
        <a:bodyPr/>
        <a:lstStyle/>
        <a:p>
          <a:endParaRPr lang="en-IN"/>
        </a:p>
      </dgm:t>
    </dgm:pt>
    <dgm:pt modelId="{D83AE18D-F7E6-4D5B-AC28-57BB06ACB1EA}" type="sibTrans" cxnId="{7BAE2931-5811-4589-801D-C207FF9168BF}">
      <dgm:prSet/>
      <dgm:spPr/>
      <dgm:t>
        <a:bodyPr/>
        <a:lstStyle/>
        <a:p>
          <a:endParaRPr lang="en-IN"/>
        </a:p>
      </dgm:t>
    </dgm:pt>
    <dgm:pt modelId="{A7B1D7FD-C924-456B-98CA-7C72AE8CA60D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 i="0"/>
            <a:t>Sentiment Analysis</a:t>
          </a:r>
          <a:r>
            <a:rPr lang="en-US" b="0" i="0"/>
            <a:t>: Suitable for gauging overall public opinion, brand reputation, or general customer satisfaction.</a:t>
          </a:r>
        </a:p>
      </dgm:t>
    </dgm:pt>
    <dgm:pt modelId="{6BBB8975-DBEB-4EA3-8010-8A1E4C3A23D3}" type="parTrans" cxnId="{AB1ABFE1-5D96-4C75-9701-E966C6C71CFE}">
      <dgm:prSet/>
      <dgm:spPr/>
      <dgm:t>
        <a:bodyPr/>
        <a:lstStyle/>
        <a:p>
          <a:endParaRPr lang="en-IN"/>
        </a:p>
      </dgm:t>
    </dgm:pt>
    <dgm:pt modelId="{A65B8A10-5B64-4EEA-B063-459D2BB8BE7C}" type="sibTrans" cxnId="{AB1ABFE1-5D96-4C75-9701-E966C6C71CFE}">
      <dgm:prSet/>
      <dgm:spPr/>
      <dgm:t>
        <a:bodyPr/>
        <a:lstStyle/>
        <a:p>
          <a:endParaRPr lang="en-IN"/>
        </a:p>
      </dgm:t>
    </dgm:pt>
    <dgm:pt modelId="{9F994271-7C7A-4EF3-87E1-AD648CF6D493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 i="0"/>
            <a:t>ABSA</a:t>
          </a:r>
          <a:r>
            <a:rPr lang="en-US" b="0" i="0"/>
            <a:t>: Ideal for detailed feedback analysis, such as understanding customer opinions on specific product features or service attributes.</a:t>
          </a:r>
        </a:p>
      </dgm:t>
    </dgm:pt>
    <dgm:pt modelId="{F1707C38-F639-4589-BB81-B5EF857A2CE0}" type="parTrans" cxnId="{39D4D80B-0927-4A33-92F2-F78A4CC42D23}">
      <dgm:prSet/>
      <dgm:spPr/>
      <dgm:t>
        <a:bodyPr/>
        <a:lstStyle/>
        <a:p>
          <a:endParaRPr lang="en-IN"/>
        </a:p>
      </dgm:t>
    </dgm:pt>
    <dgm:pt modelId="{53E4B784-07F7-4F37-BCE1-7AACB167595D}" type="sibTrans" cxnId="{39D4D80B-0927-4A33-92F2-F78A4CC42D23}">
      <dgm:prSet/>
      <dgm:spPr/>
      <dgm:t>
        <a:bodyPr/>
        <a:lstStyle/>
        <a:p>
          <a:endParaRPr lang="en-IN"/>
        </a:p>
      </dgm:t>
    </dgm:pt>
    <dgm:pt modelId="{0EE6DAF6-2A80-47B0-98BC-FC74E4DAC52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i="0"/>
            <a:t>Data Annotation</a:t>
          </a:r>
          <a:r>
            <a:rPr lang="en-IN" b="0" i="0"/>
            <a:t>:</a:t>
          </a:r>
        </a:p>
      </dgm:t>
    </dgm:pt>
    <dgm:pt modelId="{B507A62B-4163-4317-9310-366B30D788CF}" type="parTrans" cxnId="{F01AD790-4771-4C00-98F0-5A34AFEBD62F}">
      <dgm:prSet/>
      <dgm:spPr/>
      <dgm:t>
        <a:bodyPr/>
        <a:lstStyle/>
        <a:p>
          <a:endParaRPr lang="en-IN"/>
        </a:p>
      </dgm:t>
    </dgm:pt>
    <dgm:pt modelId="{CC743C61-F12F-4749-9D6E-AF843AFF2D51}" type="sibTrans" cxnId="{F01AD790-4771-4C00-98F0-5A34AFEBD62F}">
      <dgm:prSet/>
      <dgm:spPr/>
      <dgm:t>
        <a:bodyPr/>
        <a:lstStyle/>
        <a:p>
          <a:endParaRPr lang="en-IN"/>
        </a:p>
      </dgm:t>
    </dgm:pt>
    <dgm:pt modelId="{C329769A-E55D-4B2E-9B37-9402655668B0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IN" b="1" i="0"/>
            <a:t>Sentiment Analysis</a:t>
          </a:r>
          <a:r>
            <a:rPr lang="en-IN" b="0" i="0"/>
            <a:t>: Requires general sentiment labels for the entire text.</a:t>
          </a:r>
        </a:p>
      </dgm:t>
    </dgm:pt>
    <dgm:pt modelId="{51C0B1A1-76B4-4B53-8E6B-552DBA45634D}" type="parTrans" cxnId="{39B035D3-9C6C-4C87-88A5-48A554DE03BD}">
      <dgm:prSet/>
      <dgm:spPr/>
      <dgm:t>
        <a:bodyPr/>
        <a:lstStyle/>
        <a:p>
          <a:endParaRPr lang="en-IN"/>
        </a:p>
      </dgm:t>
    </dgm:pt>
    <dgm:pt modelId="{A59D95FA-8552-4203-BB5E-1BB15506253B}" type="sibTrans" cxnId="{39B035D3-9C6C-4C87-88A5-48A554DE03BD}">
      <dgm:prSet/>
      <dgm:spPr/>
      <dgm:t>
        <a:bodyPr/>
        <a:lstStyle/>
        <a:p>
          <a:endParaRPr lang="en-IN"/>
        </a:p>
      </dgm:t>
    </dgm:pt>
    <dgm:pt modelId="{7823599B-3002-4EFE-9F26-66B2DD28C8FA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 i="0"/>
            <a:t>ABSA</a:t>
          </a:r>
          <a:r>
            <a:rPr lang="en-US" b="0" i="0"/>
            <a:t>: Requires more detailed annotations, including aspect terms and their corresponding sentiment labels.</a:t>
          </a:r>
        </a:p>
      </dgm:t>
    </dgm:pt>
    <dgm:pt modelId="{8E681EB8-2DFE-483C-B0B4-1FAEB44EBBF9}" type="parTrans" cxnId="{9166038F-446B-4E49-8FD7-B5064BEC64F1}">
      <dgm:prSet/>
      <dgm:spPr/>
      <dgm:t>
        <a:bodyPr/>
        <a:lstStyle/>
        <a:p>
          <a:endParaRPr lang="en-IN"/>
        </a:p>
      </dgm:t>
    </dgm:pt>
    <dgm:pt modelId="{B519CDC3-A4FA-4041-9922-9DC19293D193}" type="sibTrans" cxnId="{9166038F-446B-4E49-8FD7-B5064BEC64F1}">
      <dgm:prSet/>
      <dgm:spPr/>
      <dgm:t>
        <a:bodyPr/>
        <a:lstStyle/>
        <a:p>
          <a:endParaRPr lang="en-IN"/>
        </a:p>
      </dgm:t>
    </dgm:pt>
    <dgm:pt modelId="{EDC0FDE7-3C59-42DE-B49F-B8F6262B181C}" type="pres">
      <dgm:prSet presAssocID="{E3639C89-F55F-4A7B-B313-045857180B14}" presName="linear" presStyleCnt="0">
        <dgm:presLayoutVars>
          <dgm:animLvl val="lvl"/>
          <dgm:resizeHandles val="exact"/>
        </dgm:presLayoutVars>
      </dgm:prSet>
      <dgm:spPr/>
    </dgm:pt>
    <dgm:pt modelId="{C3FB87EE-B1FF-4940-8074-B8EB364B0419}" type="pres">
      <dgm:prSet presAssocID="{64810F6F-1352-4D83-9253-797934B3685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20EA073-1BA8-4E9B-BC0B-10496934CCCB}" type="pres">
      <dgm:prSet presAssocID="{64810F6F-1352-4D83-9253-797934B36855}" presName="childText" presStyleLbl="revTx" presStyleIdx="0" presStyleCnt="4">
        <dgm:presLayoutVars>
          <dgm:bulletEnabled val="1"/>
        </dgm:presLayoutVars>
      </dgm:prSet>
      <dgm:spPr/>
    </dgm:pt>
    <dgm:pt modelId="{0E6D0B14-02FB-4B7E-A08B-D22D2C6454A0}" type="pres">
      <dgm:prSet presAssocID="{8CE62FE8-E7A3-49E7-BABC-AB20F2A4605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3A8887D-160B-4391-8E98-64D8622061EF}" type="pres">
      <dgm:prSet presAssocID="{8CE62FE8-E7A3-49E7-BABC-AB20F2A46052}" presName="childText" presStyleLbl="revTx" presStyleIdx="1" presStyleCnt="4">
        <dgm:presLayoutVars>
          <dgm:bulletEnabled val="1"/>
        </dgm:presLayoutVars>
      </dgm:prSet>
      <dgm:spPr/>
    </dgm:pt>
    <dgm:pt modelId="{85F8182E-A879-4F18-8B66-CED754032CDF}" type="pres">
      <dgm:prSet presAssocID="{D7BD02CB-BE67-4E83-8481-6948DB6657C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DB026F1-9220-4181-93A7-C45760422839}" type="pres">
      <dgm:prSet presAssocID="{D7BD02CB-BE67-4E83-8481-6948DB6657CB}" presName="childText" presStyleLbl="revTx" presStyleIdx="2" presStyleCnt="4">
        <dgm:presLayoutVars>
          <dgm:bulletEnabled val="1"/>
        </dgm:presLayoutVars>
      </dgm:prSet>
      <dgm:spPr/>
    </dgm:pt>
    <dgm:pt modelId="{207071B7-0ECE-4947-8364-5EC53A2F0C25}" type="pres">
      <dgm:prSet presAssocID="{0EE6DAF6-2A80-47B0-98BC-FC74E4DAC52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CCD9FC9-8283-4F8E-8FF2-CB8D04E919E6}" type="pres">
      <dgm:prSet presAssocID="{0EE6DAF6-2A80-47B0-98BC-FC74E4DAC52F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39D4D80B-0927-4A33-92F2-F78A4CC42D23}" srcId="{D7BD02CB-BE67-4E83-8481-6948DB6657CB}" destId="{9F994271-7C7A-4EF3-87E1-AD648CF6D493}" srcOrd="1" destOrd="0" parTransId="{F1707C38-F639-4589-BB81-B5EF857A2CE0}" sibTransId="{53E4B784-07F7-4F37-BCE1-7AACB167595D}"/>
    <dgm:cxn modelId="{542FB612-5AEB-4EC0-B389-76F6F0EE5370}" type="presOf" srcId="{7823599B-3002-4EFE-9F26-66B2DD28C8FA}" destId="{4CCD9FC9-8283-4F8E-8FF2-CB8D04E919E6}" srcOrd="0" destOrd="1" presId="urn:microsoft.com/office/officeart/2005/8/layout/vList2"/>
    <dgm:cxn modelId="{7BAE2931-5811-4589-801D-C207FF9168BF}" srcId="{E3639C89-F55F-4A7B-B313-045857180B14}" destId="{D7BD02CB-BE67-4E83-8481-6948DB6657CB}" srcOrd="2" destOrd="0" parTransId="{FDE7FA18-AC83-47E7-B22D-4C7AE0C54788}" sibTransId="{D83AE18D-F7E6-4D5B-AC28-57BB06ACB1EA}"/>
    <dgm:cxn modelId="{40AEF43F-43CD-4D4A-B655-7D5B0EA04826}" srcId="{8CE62FE8-E7A3-49E7-BABC-AB20F2A46052}" destId="{9C227347-9E69-4244-9AB0-FCBD8763930E}" srcOrd="1" destOrd="0" parTransId="{40BDA2D5-2E54-4528-B6B6-D99E80F0D00E}" sibTransId="{0CD2CB7C-1ADC-4834-9FC3-6C03BE6BD8BF}"/>
    <dgm:cxn modelId="{94C5956F-0F5B-4ED9-9CB1-D81995AD5603}" srcId="{64810F6F-1352-4D83-9253-797934B36855}" destId="{19A48EDE-C886-4189-A736-56075D2FC212}" srcOrd="1" destOrd="0" parTransId="{788DB1B6-D63C-476A-951E-29182A07D061}" sibTransId="{F326487C-4E67-45B9-B556-E3BD514B041B}"/>
    <dgm:cxn modelId="{0F272051-CE5A-4629-9219-B48B07633026}" type="presOf" srcId="{8CE62FE8-E7A3-49E7-BABC-AB20F2A46052}" destId="{0E6D0B14-02FB-4B7E-A08B-D22D2C6454A0}" srcOrd="0" destOrd="0" presId="urn:microsoft.com/office/officeart/2005/8/layout/vList2"/>
    <dgm:cxn modelId="{A3ADFC79-F47A-4A53-B7ED-8BB8A5D65C7F}" type="presOf" srcId="{E3639C89-F55F-4A7B-B313-045857180B14}" destId="{EDC0FDE7-3C59-42DE-B49F-B8F6262B181C}" srcOrd="0" destOrd="0" presId="urn:microsoft.com/office/officeart/2005/8/layout/vList2"/>
    <dgm:cxn modelId="{776BC65A-79E0-4A9E-A34E-C40A6939F09F}" type="presOf" srcId="{C329769A-E55D-4B2E-9B37-9402655668B0}" destId="{4CCD9FC9-8283-4F8E-8FF2-CB8D04E919E6}" srcOrd="0" destOrd="0" presId="urn:microsoft.com/office/officeart/2005/8/layout/vList2"/>
    <dgm:cxn modelId="{344F617F-DE5F-4D18-9B64-735054BFA778}" srcId="{E3639C89-F55F-4A7B-B313-045857180B14}" destId="{8CE62FE8-E7A3-49E7-BABC-AB20F2A46052}" srcOrd="1" destOrd="0" parTransId="{ACCDBF82-F438-4A4E-9C46-2685C50A1F2F}" sibTransId="{1461422A-5F50-4EDD-B7FA-CAA1CF3DF73D}"/>
    <dgm:cxn modelId="{9166038F-446B-4E49-8FD7-B5064BEC64F1}" srcId="{0EE6DAF6-2A80-47B0-98BC-FC74E4DAC52F}" destId="{7823599B-3002-4EFE-9F26-66B2DD28C8FA}" srcOrd="1" destOrd="0" parTransId="{8E681EB8-2DFE-483C-B0B4-1FAEB44EBBF9}" sibTransId="{B519CDC3-A4FA-4041-9922-9DC19293D193}"/>
    <dgm:cxn modelId="{F01AD790-4771-4C00-98F0-5A34AFEBD62F}" srcId="{E3639C89-F55F-4A7B-B313-045857180B14}" destId="{0EE6DAF6-2A80-47B0-98BC-FC74E4DAC52F}" srcOrd="3" destOrd="0" parTransId="{B507A62B-4163-4317-9310-366B30D788CF}" sibTransId="{CC743C61-F12F-4749-9D6E-AF843AFF2D51}"/>
    <dgm:cxn modelId="{37EC5B92-CC06-4CA2-8570-4EF046BAA488}" type="presOf" srcId="{A7B1D7FD-C924-456B-98CA-7C72AE8CA60D}" destId="{3DB026F1-9220-4181-93A7-C45760422839}" srcOrd="0" destOrd="0" presId="urn:microsoft.com/office/officeart/2005/8/layout/vList2"/>
    <dgm:cxn modelId="{A9F4AC98-F75E-42F3-925D-6B8B158091AE}" type="presOf" srcId="{D7BD02CB-BE67-4E83-8481-6948DB6657CB}" destId="{85F8182E-A879-4F18-8B66-CED754032CDF}" srcOrd="0" destOrd="0" presId="urn:microsoft.com/office/officeart/2005/8/layout/vList2"/>
    <dgm:cxn modelId="{EB44169B-BDE4-400B-9886-643B4843F2CD}" type="presOf" srcId="{9F994271-7C7A-4EF3-87E1-AD648CF6D493}" destId="{3DB026F1-9220-4181-93A7-C45760422839}" srcOrd="0" destOrd="1" presId="urn:microsoft.com/office/officeart/2005/8/layout/vList2"/>
    <dgm:cxn modelId="{201128B9-65A1-46EC-94AD-B6FFBB70DDF6}" type="presOf" srcId="{46D902C2-6E4D-4FBA-8741-B4C90AE23934}" destId="{B20EA073-1BA8-4E9B-BC0B-10496934CCCB}" srcOrd="0" destOrd="0" presId="urn:microsoft.com/office/officeart/2005/8/layout/vList2"/>
    <dgm:cxn modelId="{FD6EA3BF-94BB-4A79-A91E-925779B7D052}" type="presOf" srcId="{19A48EDE-C886-4189-A736-56075D2FC212}" destId="{B20EA073-1BA8-4E9B-BC0B-10496934CCCB}" srcOrd="0" destOrd="1" presId="urn:microsoft.com/office/officeart/2005/8/layout/vList2"/>
    <dgm:cxn modelId="{AC1291C6-A7A1-4D99-92EE-090907D88BEA}" type="presOf" srcId="{DA124393-30B7-4C43-9A5F-3A5391ACB6D1}" destId="{63A8887D-160B-4391-8E98-64D8622061EF}" srcOrd="0" destOrd="0" presId="urn:microsoft.com/office/officeart/2005/8/layout/vList2"/>
    <dgm:cxn modelId="{39B035D3-9C6C-4C87-88A5-48A554DE03BD}" srcId="{0EE6DAF6-2A80-47B0-98BC-FC74E4DAC52F}" destId="{C329769A-E55D-4B2E-9B37-9402655668B0}" srcOrd="0" destOrd="0" parTransId="{51C0B1A1-76B4-4B53-8E6B-552DBA45634D}" sibTransId="{A59D95FA-8552-4203-BB5E-1BB15506253B}"/>
    <dgm:cxn modelId="{279E89D4-B669-4FF4-8695-9CF5204FE88E}" srcId="{E3639C89-F55F-4A7B-B313-045857180B14}" destId="{64810F6F-1352-4D83-9253-797934B36855}" srcOrd="0" destOrd="0" parTransId="{E09FF281-0A66-49AA-9845-0BAD758CE289}" sibTransId="{A63D5D7F-11DE-4359-A5CB-A6BB26D3DA7A}"/>
    <dgm:cxn modelId="{68FE52D6-B87E-402B-8492-C3C20DDC89B5}" type="presOf" srcId="{9C227347-9E69-4244-9AB0-FCBD8763930E}" destId="{63A8887D-160B-4391-8E98-64D8622061EF}" srcOrd="0" destOrd="1" presId="urn:microsoft.com/office/officeart/2005/8/layout/vList2"/>
    <dgm:cxn modelId="{AB1ABFE1-5D96-4C75-9701-E966C6C71CFE}" srcId="{D7BD02CB-BE67-4E83-8481-6948DB6657CB}" destId="{A7B1D7FD-C924-456B-98CA-7C72AE8CA60D}" srcOrd="0" destOrd="0" parTransId="{6BBB8975-DBEB-4EA3-8010-8A1E4C3A23D3}" sibTransId="{A65B8A10-5B64-4EEA-B063-459D2BB8BE7C}"/>
    <dgm:cxn modelId="{37F8E2E5-A85D-42E9-B179-8F907A5F571E}" type="presOf" srcId="{0EE6DAF6-2A80-47B0-98BC-FC74E4DAC52F}" destId="{207071B7-0ECE-4947-8364-5EC53A2F0C25}" srcOrd="0" destOrd="0" presId="urn:microsoft.com/office/officeart/2005/8/layout/vList2"/>
    <dgm:cxn modelId="{D4DF9AF5-AA82-4EE8-BB46-7E59830A25B5}" srcId="{8CE62FE8-E7A3-49E7-BABC-AB20F2A46052}" destId="{DA124393-30B7-4C43-9A5F-3A5391ACB6D1}" srcOrd="0" destOrd="0" parTransId="{32F306A1-5D7D-4A18-B6FD-61407880C68D}" sibTransId="{07D4F321-51A2-421B-8198-A6FE7F6B6F95}"/>
    <dgm:cxn modelId="{C357BBFA-92C7-412E-A149-87AE4FB9A91E}" srcId="{64810F6F-1352-4D83-9253-797934B36855}" destId="{46D902C2-6E4D-4FBA-8741-B4C90AE23934}" srcOrd="0" destOrd="0" parTransId="{76DA9872-34CC-4B43-9585-09359BCE4466}" sibTransId="{E67A6ACE-84B0-412D-981F-13C370121139}"/>
    <dgm:cxn modelId="{80EA07FC-D7CD-4F51-888E-FEE0D1CE30F3}" type="presOf" srcId="{64810F6F-1352-4D83-9253-797934B36855}" destId="{C3FB87EE-B1FF-4940-8074-B8EB364B0419}" srcOrd="0" destOrd="0" presId="urn:microsoft.com/office/officeart/2005/8/layout/vList2"/>
    <dgm:cxn modelId="{F5758B56-8ACA-48B5-B267-2553B9258AFD}" type="presParOf" srcId="{EDC0FDE7-3C59-42DE-B49F-B8F6262B181C}" destId="{C3FB87EE-B1FF-4940-8074-B8EB364B0419}" srcOrd="0" destOrd="0" presId="urn:microsoft.com/office/officeart/2005/8/layout/vList2"/>
    <dgm:cxn modelId="{D318C9FA-1603-4FBE-9C0A-1DEE6068ED98}" type="presParOf" srcId="{EDC0FDE7-3C59-42DE-B49F-B8F6262B181C}" destId="{B20EA073-1BA8-4E9B-BC0B-10496934CCCB}" srcOrd="1" destOrd="0" presId="urn:microsoft.com/office/officeart/2005/8/layout/vList2"/>
    <dgm:cxn modelId="{2E8457F3-425D-4864-BB54-499D69EE925E}" type="presParOf" srcId="{EDC0FDE7-3C59-42DE-B49F-B8F6262B181C}" destId="{0E6D0B14-02FB-4B7E-A08B-D22D2C6454A0}" srcOrd="2" destOrd="0" presId="urn:microsoft.com/office/officeart/2005/8/layout/vList2"/>
    <dgm:cxn modelId="{CD45126D-D1D4-439D-B75C-A3F5D202C0C6}" type="presParOf" srcId="{EDC0FDE7-3C59-42DE-B49F-B8F6262B181C}" destId="{63A8887D-160B-4391-8E98-64D8622061EF}" srcOrd="3" destOrd="0" presId="urn:microsoft.com/office/officeart/2005/8/layout/vList2"/>
    <dgm:cxn modelId="{A20EA75A-EC37-46CE-BC4C-2F607FF57BE0}" type="presParOf" srcId="{EDC0FDE7-3C59-42DE-B49F-B8F6262B181C}" destId="{85F8182E-A879-4F18-8B66-CED754032CDF}" srcOrd="4" destOrd="0" presId="urn:microsoft.com/office/officeart/2005/8/layout/vList2"/>
    <dgm:cxn modelId="{469C9A8C-6BF2-466C-BF16-6B02561AD341}" type="presParOf" srcId="{EDC0FDE7-3C59-42DE-B49F-B8F6262B181C}" destId="{3DB026F1-9220-4181-93A7-C45760422839}" srcOrd="5" destOrd="0" presId="urn:microsoft.com/office/officeart/2005/8/layout/vList2"/>
    <dgm:cxn modelId="{2667BA1F-2A52-4A30-BA06-DA69324649E1}" type="presParOf" srcId="{EDC0FDE7-3C59-42DE-B49F-B8F6262B181C}" destId="{207071B7-0ECE-4947-8364-5EC53A2F0C25}" srcOrd="6" destOrd="0" presId="urn:microsoft.com/office/officeart/2005/8/layout/vList2"/>
    <dgm:cxn modelId="{4C67558F-D9F8-4184-8270-B0695CD439D5}" type="presParOf" srcId="{EDC0FDE7-3C59-42DE-B49F-B8F6262B181C}" destId="{4CCD9FC9-8283-4F8E-8FF2-CB8D04E919E6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28B6F8F-5BC2-493D-B90F-8C4AAEEB0E2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C46DA66-20E7-44A4-BF8E-2BC235CB36F7}">
      <dgm:prSet phldrT="[Text]"/>
      <dgm:spPr/>
      <dgm:t>
        <a:bodyPr/>
        <a:lstStyle/>
        <a:p>
          <a:pPr>
            <a:buNone/>
          </a:pPr>
          <a:r>
            <a:rPr lang="en-IN" b="1" i="0" dirty="0"/>
            <a:t>Sentiment Trend Analysis</a:t>
          </a:r>
          <a:endParaRPr lang="en-IN" dirty="0"/>
        </a:p>
      </dgm:t>
    </dgm:pt>
    <dgm:pt modelId="{899BB19A-0A6D-4B89-9B20-393A0B2D1793}" type="parTrans" cxnId="{068E254C-00DA-45F3-AA18-7887944E2D7D}">
      <dgm:prSet/>
      <dgm:spPr/>
      <dgm:t>
        <a:bodyPr/>
        <a:lstStyle/>
        <a:p>
          <a:endParaRPr lang="en-IN"/>
        </a:p>
      </dgm:t>
    </dgm:pt>
    <dgm:pt modelId="{F89EF1C0-2A2C-475F-9780-F9262DC6FADB}" type="sibTrans" cxnId="{068E254C-00DA-45F3-AA18-7887944E2D7D}">
      <dgm:prSet/>
      <dgm:spPr/>
      <dgm:t>
        <a:bodyPr/>
        <a:lstStyle/>
        <a:p>
          <a:endParaRPr lang="en-IN"/>
        </a:p>
      </dgm:t>
    </dgm:pt>
    <dgm:pt modelId="{E0FF5BBD-9799-42C6-981B-2FE657C1BC9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Tracks sentiment trends over time for each aspect, providing insights into how customer opinions evolve.</a:t>
          </a:r>
        </a:p>
      </dgm:t>
    </dgm:pt>
    <dgm:pt modelId="{43D9C5DF-39F7-4B90-9421-0C652C728DC9}" type="parTrans" cxnId="{AAEF22C7-87D1-4AD8-A0FB-7658808FC32C}">
      <dgm:prSet/>
      <dgm:spPr/>
      <dgm:t>
        <a:bodyPr/>
        <a:lstStyle/>
        <a:p>
          <a:endParaRPr lang="en-IN"/>
        </a:p>
      </dgm:t>
    </dgm:pt>
    <dgm:pt modelId="{CB0A0CAC-ACA7-4898-8D54-AE0EDFC0F6F9}" type="sibTrans" cxnId="{AAEF22C7-87D1-4AD8-A0FB-7658808FC32C}">
      <dgm:prSet/>
      <dgm:spPr/>
      <dgm:t>
        <a:bodyPr/>
        <a:lstStyle/>
        <a:p>
          <a:endParaRPr lang="en-IN"/>
        </a:p>
      </dgm:t>
    </dgm:pt>
    <dgm:pt modelId="{5E7D7428-E87E-43CF-AC02-82B1B3403C6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Visualizes trends using line charts, enabling stakeholders to identify patterns and changes in sentiment.</a:t>
          </a:r>
        </a:p>
      </dgm:t>
    </dgm:pt>
    <dgm:pt modelId="{EF874A8D-65FD-4C25-92A8-2C2132F15784}" type="parTrans" cxnId="{2848D9A5-CC2D-4E72-9BA6-D3B9C5EBBEBB}">
      <dgm:prSet/>
      <dgm:spPr/>
      <dgm:t>
        <a:bodyPr/>
        <a:lstStyle/>
        <a:p>
          <a:endParaRPr lang="en-IN"/>
        </a:p>
      </dgm:t>
    </dgm:pt>
    <dgm:pt modelId="{B899D551-6D0A-4D18-A744-2D23F8EEAD89}" type="sibTrans" cxnId="{2848D9A5-CC2D-4E72-9BA6-D3B9C5EBBEBB}">
      <dgm:prSet/>
      <dgm:spPr/>
      <dgm:t>
        <a:bodyPr/>
        <a:lstStyle/>
        <a:p>
          <a:endParaRPr lang="en-IN"/>
        </a:p>
      </dgm:t>
    </dgm:pt>
    <dgm:pt modelId="{798C7B78-D472-4DA5-A0AC-83AAC8EC2615}">
      <dgm:prSet/>
      <dgm:spPr/>
      <dgm:t>
        <a:bodyPr/>
        <a:lstStyle/>
        <a:p>
          <a:pPr>
            <a:buNone/>
          </a:pPr>
          <a:r>
            <a:rPr lang="en-IN" b="1" i="0" dirty="0"/>
            <a:t>Aspect Co-occurrence Analysis</a:t>
          </a:r>
          <a:endParaRPr lang="en-IN" dirty="0"/>
        </a:p>
      </dgm:t>
    </dgm:pt>
    <dgm:pt modelId="{79B2DF7C-CAA3-416C-AF7A-1AFCB2FED884}" type="parTrans" cxnId="{FBB415E8-7805-4C79-8068-35D2793630FB}">
      <dgm:prSet/>
      <dgm:spPr/>
      <dgm:t>
        <a:bodyPr/>
        <a:lstStyle/>
        <a:p>
          <a:endParaRPr lang="en-IN"/>
        </a:p>
      </dgm:t>
    </dgm:pt>
    <dgm:pt modelId="{CEC338DF-6218-4C82-85E5-563BEDE5374E}" type="sibTrans" cxnId="{FBB415E8-7805-4C79-8068-35D2793630FB}">
      <dgm:prSet/>
      <dgm:spPr/>
      <dgm:t>
        <a:bodyPr/>
        <a:lstStyle/>
        <a:p>
          <a:endParaRPr lang="en-IN"/>
        </a:p>
      </dgm:t>
    </dgm:pt>
    <dgm:pt modelId="{4A2EFAA4-BECA-47F1-ADCC-B5383F9810E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Identifies pairs of aspects frequently mentioned together in the same review, highlighting potential interdependencies or correlations.</a:t>
          </a:r>
        </a:p>
      </dgm:t>
    </dgm:pt>
    <dgm:pt modelId="{2D8C75E0-35A3-41AF-8BCB-4742CBF79DAB}" type="parTrans" cxnId="{D234D996-5077-487B-B9FE-105E4D4D1A0D}">
      <dgm:prSet/>
      <dgm:spPr/>
      <dgm:t>
        <a:bodyPr/>
        <a:lstStyle/>
        <a:p>
          <a:endParaRPr lang="en-IN"/>
        </a:p>
      </dgm:t>
    </dgm:pt>
    <dgm:pt modelId="{E1B3EA5E-10DA-457A-A7A3-BBCC34082701}" type="sibTrans" cxnId="{D234D996-5077-487B-B9FE-105E4D4D1A0D}">
      <dgm:prSet/>
      <dgm:spPr/>
      <dgm:t>
        <a:bodyPr/>
        <a:lstStyle/>
        <a:p>
          <a:endParaRPr lang="en-IN"/>
        </a:p>
      </dgm:t>
    </dgm:pt>
    <dgm:pt modelId="{D975B91A-4990-44B2-B4DA-9891FF4DCC0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Visualizes co-occurrence data as a heatmap, making it easy to interpret relationships between aspects.</a:t>
          </a:r>
        </a:p>
      </dgm:t>
    </dgm:pt>
    <dgm:pt modelId="{1A1F7ADC-0798-4E82-91FF-84AA2D6A3CAE}" type="parTrans" cxnId="{93B7F7CD-6C57-4BA6-8567-680FF32BF55D}">
      <dgm:prSet/>
      <dgm:spPr/>
      <dgm:t>
        <a:bodyPr/>
        <a:lstStyle/>
        <a:p>
          <a:endParaRPr lang="en-IN"/>
        </a:p>
      </dgm:t>
    </dgm:pt>
    <dgm:pt modelId="{2DDCD8FD-DAAF-45D2-A4EA-A6B6F7F6E92C}" type="sibTrans" cxnId="{93B7F7CD-6C57-4BA6-8567-680FF32BF55D}">
      <dgm:prSet/>
      <dgm:spPr/>
      <dgm:t>
        <a:bodyPr/>
        <a:lstStyle/>
        <a:p>
          <a:endParaRPr lang="en-IN"/>
        </a:p>
      </dgm:t>
    </dgm:pt>
    <dgm:pt modelId="{794AB6BD-CCC1-4E72-B891-D93B214E3B58}">
      <dgm:prSet/>
      <dgm:spPr/>
      <dgm:t>
        <a:bodyPr/>
        <a:lstStyle/>
        <a:p>
          <a:pPr>
            <a:buNone/>
          </a:pPr>
          <a:r>
            <a:rPr lang="en-IN" b="1" i="0" dirty="0"/>
            <a:t>Aspect Importance Scoring</a:t>
          </a:r>
          <a:endParaRPr lang="en-IN" dirty="0"/>
        </a:p>
      </dgm:t>
    </dgm:pt>
    <dgm:pt modelId="{499FC192-BDA1-4745-8397-54A837DE0652}" type="sibTrans" cxnId="{E9FA3187-37B0-4610-B8C8-39D01D7D52F7}">
      <dgm:prSet/>
      <dgm:spPr/>
      <dgm:t>
        <a:bodyPr/>
        <a:lstStyle/>
        <a:p>
          <a:endParaRPr lang="en-IN"/>
        </a:p>
      </dgm:t>
    </dgm:pt>
    <dgm:pt modelId="{9FB527FC-ED23-49AC-88DA-61FC73F834D5}" type="parTrans" cxnId="{E9FA3187-37B0-4610-B8C8-39D01D7D52F7}">
      <dgm:prSet/>
      <dgm:spPr/>
      <dgm:t>
        <a:bodyPr/>
        <a:lstStyle/>
        <a:p>
          <a:endParaRPr lang="en-IN"/>
        </a:p>
      </dgm:t>
    </dgm:pt>
    <dgm:pt modelId="{752434C8-4353-4DCB-AB28-50428B88DA9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Calculates the frequency of mentions for each aspect and normalizes it to derive an importance score.</a:t>
          </a:r>
        </a:p>
      </dgm:t>
    </dgm:pt>
    <dgm:pt modelId="{8B09FCD0-E53C-40E7-9440-F9A5B160AFBD}" type="sibTrans" cxnId="{CDA0E8DF-DF9C-493F-BA22-E750E8A2D5BA}">
      <dgm:prSet/>
      <dgm:spPr/>
      <dgm:t>
        <a:bodyPr/>
        <a:lstStyle/>
        <a:p>
          <a:endParaRPr lang="en-IN"/>
        </a:p>
      </dgm:t>
    </dgm:pt>
    <dgm:pt modelId="{0EA5C15C-BA6E-40F2-AB03-FE0074009607}" type="parTrans" cxnId="{CDA0E8DF-DF9C-493F-BA22-E750E8A2D5BA}">
      <dgm:prSet/>
      <dgm:spPr/>
      <dgm:t>
        <a:bodyPr/>
        <a:lstStyle/>
        <a:p>
          <a:endParaRPr lang="en-IN"/>
        </a:p>
      </dgm:t>
    </dgm:pt>
    <dgm:pt modelId="{370B15BD-4D53-4537-BA27-0162D3E728A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Visualizes aspect importance using bar charts, helping prioritize aspects based on customer feedback.</a:t>
          </a:r>
        </a:p>
      </dgm:t>
    </dgm:pt>
    <dgm:pt modelId="{1DC50539-8E22-4296-A220-3236497C2F09}" type="sibTrans" cxnId="{DB72B1FF-D612-41D1-9F01-F8C57DFA9C79}">
      <dgm:prSet/>
      <dgm:spPr/>
      <dgm:t>
        <a:bodyPr/>
        <a:lstStyle/>
        <a:p>
          <a:endParaRPr lang="en-IN"/>
        </a:p>
      </dgm:t>
    </dgm:pt>
    <dgm:pt modelId="{BEE81452-AAE6-41E0-87DC-2C83D366C79D}" type="parTrans" cxnId="{DB72B1FF-D612-41D1-9F01-F8C57DFA9C79}">
      <dgm:prSet/>
      <dgm:spPr/>
      <dgm:t>
        <a:bodyPr/>
        <a:lstStyle/>
        <a:p>
          <a:endParaRPr lang="en-IN"/>
        </a:p>
      </dgm:t>
    </dgm:pt>
    <dgm:pt modelId="{F81DC2D2-D09D-4394-B6B5-54EBD7AA0E86}" type="pres">
      <dgm:prSet presAssocID="{D28B6F8F-5BC2-493D-B90F-8C4AAEEB0E2C}" presName="vert0" presStyleCnt="0">
        <dgm:presLayoutVars>
          <dgm:dir/>
          <dgm:animOne val="branch"/>
          <dgm:animLvl val="lvl"/>
        </dgm:presLayoutVars>
      </dgm:prSet>
      <dgm:spPr/>
    </dgm:pt>
    <dgm:pt modelId="{E3278AD5-49A1-4DEA-BF3C-88F0A98F35DB}" type="pres">
      <dgm:prSet presAssocID="{AC46DA66-20E7-44A4-BF8E-2BC235CB36F7}" presName="thickLine" presStyleLbl="alignNode1" presStyleIdx="0" presStyleCnt="3"/>
      <dgm:spPr/>
    </dgm:pt>
    <dgm:pt modelId="{6126A8B7-6748-431E-80C8-96DE76951454}" type="pres">
      <dgm:prSet presAssocID="{AC46DA66-20E7-44A4-BF8E-2BC235CB36F7}" presName="horz1" presStyleCnt="0"/>
      <dgm:spPr/>
    </dgm:pt>
    <dgm:pt modelId="{B01C058B-0895-426C-840E-FC80E9AF3C46}" type="pres">
      <dgm:prSet presAssocID="{AC46DA66-20E7-44A4-BF8E-2BC235CB36F7}" presName="tx1" presStyleLbl="revTx" presStyleIdx="0" presStyleCnt="9"/>
      <dgm:spPr/>
    </dgm:pt>
    <dgm:pt modelId="{95C21736-3D04-48E7-9D14-44839D0BB55C}" type="pres">
      <dgm:prSet presAssocID="{AC46DA66-20E7-44A4-BF8E-2BC235CB36F7}" presName="vert1" presStyleCnt="0"/>
      <dgm:spPr/>
    </dgm:pt>
    <dgm:pt modelId="{B3A950C6-F2FE-4D6F-A7BE-BC1A1D0214BB}" type="pres">
      <dgm:prSet presAssocID="{E0FF5BBD-9799-42C6-981B-2FE657C1BC9B}" presName="vertSpace2a" presStyleCnt="0"/>
      <dgm:spPr/>
    </dgm:pt>
    <dgm:pt modelId="{2BB66F35-BBC4-4561-9C62-5CD8A0978B68}" type="pres">
      <dgm:prSet presAssocID="{E0FF5BBD-9799-42C6-981B-2FE657C1BC9B}" presName="horz2" presStyleCnt="0"/>
      <dgm:spPr/>
    </dgm:pt>
    <dgm:pt modelId="{3F2054F2-6C97-4579-A406-0BB84C5B5360}" type="pres">
      <dgm:prSet presAssocID="{E0FF5BBD-9799-42C6-981B-2FE657C1BC9B}" presName="horzSpace2" presStyleCnt="0"/>
      <dgm:spPr/>
    </dgm:pt>
    <dgm:pt modelId="{B102D0DA-250E-4CED-8994-4EFDE93985B2}" type="pres">
      <dgm:prSet presAssocID="{E0FF5BBD-9799-42C6-981B-2FE657C1BC9B}" presName="tx2" presStyleLbl="revTx" presStyleIdx="1" presStyleCnt="9"/>
      <dgm:spPr/>
    </dgm:pt>
    <dgm:pt modelId="{CF5D1BF8-C32B-4D55-BA2D-108306B69FB5}" type="pres">
      <dgm:prSet presAssocID="{E0FF5BBD-9799-42C6-981B-2FE657C1BC9B}" presName="vert2" presStyleCnt="0"/>
      <dgm:spPr/>
    </dgm:pt>
    <dgm:pt modelId="{5EDE2555-42C4-49D2-84FC-855CB1EE7C89}" type="pres">
      <dgm:prSet presAssocID="{E0FF5BBD-9799-42C6-981B-2FE657C1BC9B}" presName="thinLine2b" presStyleLbl="callout" presStyleIdx="0" presStyleCnt="6"/>
      <dgm:spPr/>
    </dgm:pt>
    <dgm:pt modelId="{3AC752DF-408A-479B-B01E-BFCA2E91E83F}" type="pres">
      <dgm:prSet presAssocID="{E0FF5BBD-9799-42C6-981B-2FE657C1BC9B}" presName="vertSpace2b" presStyleCnt="0"/>
      <dgm:spPr/>
    </dgm:pt>
    <dgm:pt modelId="{F6C79647-13C2-446A-8456-D3DAD6622DB9}" type="pres">
      <dgm:prSet presAssocID="{5E7D7428-E87E-43CF-AC02-82B1B3403C69}" presName="horz2" presStyleCnt="0"/>
      <dgm:spPr/>
    </dgm:pt>
    <dgm:pt modelId="{94E54E7E-36BD-4DE5-82B8-33E24A48B598}" type="pres">
      <dgm:prSet presAssocID="{5E7D7428-E87E-43CF-AC02-82B1B3403C69}" presName="horzSpace2" presStyleCnt="0"/>
      <dgm:spPr/>
    </dgm:pt>
    <dgm:pt modelId="{EF94AD12-5324-420E-9A25-0590DA96A50F}" type="pres">
      <dgm:prSet presAssocID="{5E7D7428-E87E-43CF-AC02-82B1B3403C69}" presName="tx2" presStyleLbl="revTx" presStyleIdx="2" presStyleCnt="9"/>
      <dgm:spPr/>
    </dgm:pt>
    <dgm:pt modelId="{08C342B0-A030-4292-8ACC-054B12737DC1}" type="pres">
      <dgm:prSet presAssocID="{5E7D7428-E87E-43CF-AC02-82B1B3403C69}" presName="vert2" presStyleCnt="0"/>
      <dgm:spPr/>
    </dgm:pt>
    <dgm:pt modelId="{9FBA959E-E19A-43EF-AAAE-E7B9E2D1EF19}" type="pres">
      <dgm:prSet presAssocID="{5E7D7428-E87E-43CF-AC02-82B1B3403C69}" presName="thinLine2b" presStyleLbl="callout" presStyleIdx="1" presStyleCnt="6"/>
      <dgm:spPr/>
    </dgm:pt>
    <dgm:pt modelId="{0C2B987A-8D49-43CB-82A1-D1E81F2E6FE6}" type="pres">
      <dgm:prSet presAssocID="{5E7D7428-E87E-43CF-AC02-82B1B3403C69}" presName="vertSpace2b" presStyleCnt="0"/>
      <dgm:spPr/>
    </dgm:pt>
    <dgm:pt modelId="{9C0145A5-C3BF-4A52-858D-8DF3F7F13B70}" type="pres">
      <dgm:prSet presAssocID="{798C7B78-D472-4DA5-A0AC-83AAC8EC2615}" presName="thickLine" presStyleLbl="alignNode1" presStyleIdx="1" presStyleCnt="3"/>
      <dgm:spPr/>
    </dgm:pt>
    <dgm:pt modelId="{EA3BDC5B-56F8-4CF4-8004-6B0CE787F235}" type="pres">
      <dgm:prSet presAssocID="{798C7B78-D472-4DA5-A0AC-83AAC8EC2615}" presName="horz1" presStyleCnt="0"/>
      <dgm:spPr/>
    </dgm:pt>
    <dgm:pt modelId="{8067F1A6-AE44-4745-ACE2-FEE12BDF8695}" type="pres">
      <dgm:prSet presAssocID="{798C7B78-D472-4DA5-A0AC-83AAC8EC2615}" presName="tx1" presStyleLbl="revTx" presStyleIdx="3" presStyleCnt="9"/>
      <dgm:spPr/>
    </dgm:pt>
    <dgm:pt modelId="{4BE3A325-BE14-464E-A0B5-8B5C737D7C0B}" type="pres">
      <dgm:prSet presAssocID="{798C7B78-D472-4DA5-A0AC-83AAC8EC2615}" presName="vert1" presStyleCnt="0"/>
      <dgm:spPr/>
    </dgm:pt>
    <dgm:pt modelId="{00C1431B-7BB9-4A2E-9108-B7E984813B29}" type="pres">
      <dgm:prSet presAssocID="{4A2EFAA4-BECA-47F1-ADCC-B5383F9810EF}" presName="vertSpace2a" presStyleCnt="0"/>
      <dgm:spPr/>
    </dgm:pt>
    <dgm:pt modelId="{6962912E-5EC2-4B79-AAB0-989CFC9AD409}" type="pres">
      <dgm:prSet presAssocID="{4A2EFAA4-BECA-47F1-ADCC-B5383F9810EF}" presName="horz2" presStyleCnt="0"/>
      <dgm:spPr/>
    </dgm:pt>
    <dgm:pt modelId="{D0A04E1E-50B9-4813-8AEA-D98AD634BCD2}" type="pres">
      <dgm:prSet presAssocID="{4A2EFAA4-BECA-47F1-ADCC-B5383F9810EF}" presName="horzSpace2" presStyleCnt="0"/>
      <dgm:spPr/>
    </dgm:pt>
    <dgm:pt modelId="{FFAA996F-A28C-4D0A-9FC5-3F85473A4E3B}" type="pres">
      <dgm:prSet presAssocID="{4A2EFAA4-BECA-47F1-ADCC-B5383F9810EF}" presName="tx2" presStyleLbl="revTx" presStyleIdx="4" presStyleCnt="9"/>
      <dgm:spPr/>
    </dgm:pt>
    <dgm:pt modelId="{FB5FD48B-F633-4E37-964B-42C09F958E5D}" type="pres">
      <dgm:prSet presAssocID="{4A2EFAA4-BECA-47F1-ADCC-B5383F9810EF}" presName="vert2" presStyleCnt="0"/>
      <dgm:spPr/>
    </dgm:pt>
    <dgm:pt modelId="{1255ACCC-F717-42EA-9844-B0827CA5F5B0}" type="pres">
      <dgm:prSet presAssocID="{4A2EFAA4-BECA-47F1-ADCC-B5383F9810EF}" presName="thinLine2b" presStyleLbl="callout" presStyleIdx="2" presStyleCnt="6"/>
      <dgm:spPr/>
    </dgm:pt>
    <dgm:pt modelId="{C270A881-9543-4254-8E9F-33E5E5916D8E}" type="pres">
      <dgm:prSet presAssocID="{4A2EFAA4-BECA-47F1-ADCC-B5383F9810EF}" presName="vertSpace2b" presStyleCnt="0"/>
      <dgm:spPr/>
    </dgm:pt>
    <dgm:pt modelId="{0E77B36B-FD43-4E33-B2C1-7D956ADE3AAC}" type="pres">
      <dgm:prSet presAssocID="{D975B91A-4990-44B2-B4DA-9891FF4DCC03}" presName="horz2" presStyleCnt="0"/>
      <dgm:spPr/>
    </dgm:pt>
    <dgm:pt modelId="{C33C3EE8-0CBD-4592-97E3-63674FE879D9}" type="pres">
      <dgm:prSet presAssocID="{D975B91A-4990-44B2-B4DA-9891FF4DCC03}" presName="horzSpace2" presStyleCnt="0"/>
      <dgm:spPr/>
    </dgm:pt>
    <dgm:pt modelId="{41000E6E-730A-48AD-82D8-6F3ABF5D4225}" type="pres">
      <dgm:prSet presAssocID="{D975B91A-4990-44B2-B4DA-9891FF4DCC03}" presName="tx2" presStyleLbl="revTx" presStyleIdx="5" presStyleCnt="9"/>
      <dgm:spPr/>
    </dgm:pt>
    <dgm:pt modelId="{A157A108-F31E-4901-A367-84D6FF6B7B04}" type="pres">
      <dgm:prSet presAssocID="{D975B91A-4990-44B2-B4DA-9891FF4DCC03}" presName="vert2" presStyleCnt="0"/>
      <dgm:spPr/>
    </dgm:pt>
    <dgm:pt modelId="{7FAE879D-3C67-4D0C-B525-CAE677944751}" type="pres">
      <dgm:prSet presAssocID="{D975B91A-4990-44B2-B4DA-9891FF4DCC03}" presName="thinLine2b" presStyleLbl="callout" presStyleIdx="3" presStyleCnt="6"/>
      <dgm:spPr/>
    </dgm:pt>
    <dgm:pt modelId="{689DC535-1CE2-4BED-B4CC-F2C03F14EFA2}" type="pres">
      <dgm:prSet presAssocID="{D975B91A-4990-44B2-B4DA-9891FF4DCC03}" presName="vertSpace2b" presStyleCnt="0"/>
      <dgm:spPr/>
    </dgm:pt>
    <dgm:pt modelId="{BA877CB3-2CC7-4F2E-9213-D597421CC347}" type="pres">
      <dgm:prSet presAssocID="{794AB6BD-CCC1-4E72-B891-D93B214E3B58}" presName="thickLine" presStyleLbl="alignNode1" presStyleIdx="2" presStyleCnt="3"/>
      <dgm:spPr/>
    </dgm:pt>
    <dgm:pt modelId="{EBB338B2-1C48-4CE3-B726-29FF8EEFE6C4}" type="pres">
      <dgm:prSet presAssocID="{794AB6BD-CCC1-4E72-B891-D93B214E3B58}" presName="horz1" presStyleCnt="0"/>
      <dgm:spPr/>
    </dgm:pt>
    <dgm:pt modelId="{231BA030-8C95-43EB-983F-43C3324C12C0}" type="pres">
      <dgm:prSet presAssocID="{794AB6BD-CCC1-4E72-B891-D93B214E3B58}" presName="tx1" presStyleLbl="revTx" presStyleIdx="6" presStyleCnt="9"/>
      <dgm:spPr/>
    </dgm:pt>
    <dgm:pt modelId="{158634C5-2F96-4F16-8846-21FD9FA00C2E}" type="pres">
      <dgm:prSet presAssocID="{794AB6BD-CCC1-4E72-B891-D93B214E3B58}" presName="vert1" presStyleCnt="0"/>
      <dgm:spPr/>
    </dgm:pt>
    <dgm:pt modelId="{31B2DBA2-BFB7-4E2E-8253-52F72E1D81A1}" type="pres">
      <dgm:prSet presAssocID="{752434C8-4353-4DCB-AB28-50428B88DA9F}" presName="vertSpace2a" presStyleCnt="0"/>
      <dgm:spPr/>
    </dgm:pt>
    <dgm:pt modelId="{129FB05A-7123-4DDB-9FA9-1FA273889162}" type="pres">
      <dgm:prSet presAssocID="{752434C8-4353-4DCB-AB28-50428B88DA9F}" presName="horz2" presStyleCnt="0"/>
      <dgm:spPr/>
    </dgm:pt>
    <dgm:pt modelId="{F51BD86E-0269-47B3-9E4D-47E70DC99F9C}" type="pres">
      <dgm:prSet presAssocID="{752434C8-4353-4DCB-AB28-50428B88DA9F}" presName="horzSpace2" presStyleCnt="0"/>
      <dgm:spPr/>
    </dgm:pt>
    <dgm:pt modelId="{ACCB672F-81C6-4BEA-A37A-FB2C1FFB801A}" type="pres">
      <dgm:prSet presAssocID="{752434C8-4353-4DCB-AB28-50428B88DA9F}" presName="tx2" presStyleLbl="revTx" presStyleIdx="7" presStyleCnt="9"/>
      <dgm:spPr/>
    </dgm:pt>
    <dgm:pt modelId="{8D155CF2-413B-48F0-A70D-AC379B1330A8}" type="pres">
      <dgm:prSet presAssocID="{752434C8-4353-4DCB-AB28-50428B88DA9F}" presName="vert2" presStyleCnt="0"/>
      <dgm:spPr/>
    </dgm:pt>
    <dgm:pt modelId="{2431CAA7-BA5B-492B-9E65-8216E49391B8}" type="pres">
      <dgm:prSet presAssocID="{752434C8-4353-4DCB-AB28-50428B88DA9F}" presName="thinLine2b" presStyleLbl="callout" presStyleIdx="4" presStyleCnt="6"/>
      <dgm:spPr/>
    </dgm:pt>
    <dgm:pt modelId="{D885CA38-E49C-4C88-905E-6762381F98A9}" type="pres">
      <dgm:prSet presAssocID="{752434C8-4353-4DCB-AB28-50428B88DA9F}" presName="vertSpace2b" presStyleCnt="0"/>
      <dgm:spPr/>
    </dgm:pt>
    <dgm:pt modelId="{E0845FF3-E246-4F8A-ABBB-276A522927B3}" type="pres">
      <dgm:prSet presAssocID="{370B15BD-4D53-4537-BA27-0162D3E728A8}" presName="horz2" presStyleCnt="0"/>
      <dgm:spPr/>
    </dgm:pt>
    <dgm:pt modelId="{9847AFF5-8008-43A9-84D8-30D1E487BB4E}" type="pres">
      <dgm:prSet presAssocID="{370B15BD-4D53-4537-BA27-0162D3E728A8}" presName="horzSpace2" presStyleCnt="0"/>
      <dgm:spPr/>
    </dgm:pt>
    <dgm:pt modelId="{AEADCD92-D722-4825-8B0F-A0BCC7AB7FB5}" type="pres">
      <dgm:prSet presAssocID="{370B15BD-4D53-4537-BA27-0162D3E728A8}" presName="tx2" presStyleLbl="revTx" presStyleIdx="8" presStyleCnt="9"/>
      <dgm:spPr/>
    </dgm:pt>
    <dgm:pt modelId="{D8E5DDB9-6F5C-4381-B682-E234DFDC3093}" type="pres">
      <dgm:prSet presAssocID="{370B15BD-4D53-4537-BA27-0162D3E728A8}" presName="vert2" presStyleCnt="0"/>
      <dgm:spPr/>
    </dgm:pt>
    <dgm:pt modelId="{A528DEDF-97D1-4AFF-85EC-49ECA75141C1}" type="pres">
      <dgm:prSet presAssocID="{370B15BD-4D53-4537-BA27-0162D3E728A8}" presName="thinLine2b" presStyleLbl="callout" presStyleIdx="5" presStyleCnt="6"/>
      <dgm:spPr/>
    </dgm:pt>
    <dgm:pt modelId="{2C86B950-EB4B-4C9C-8BC0-AEE720B4F701}" type="pres">
      <dgm:prSet presAssocID="{370B15BD-4D53-4537-BA27-0162D3E728A8}" presName="vertSpace2b" presStyleCnt="0"/>
      <dgm:spPr/>
    </dgm:pt>
  </dgm:ptLst>
  <dgm:cxnLst>
    <dgm:cxn modelId="{3387CC01-1FA6-4B4A-984A-13A050A6BBC4}" type="presOf" srcId="{752434C8-4353-4DCB-AB28-50428B88DA9F}" destId="{ACCB672F-81C6-4BEA-A37A-FB2C1FFB801A}" srcOrd="0" destOrd="0" presId="urn:microsoft.com/office/officeart/2008/layout/LinedList"/>
    <dgm:cxn modelId="{F2A6970A-B925-40FA-9554-DC732C40C590}" type="presOf" srcId="{370B15BD-4D53-4537-BA27-0162D3E728A8}" destId="{AEADCD92-D722-4825-8B0F-A0BCC7AB7FB5}" srcOrd="0" destOrd="0" presId="urn:microsoft.com/office/officeart/2008/layout/LinedList"/>
    <dgm:cxn modelId="{CE49672A-21DA-4210-A01F-CD10CAD23E3D}" type="presOf" srcId="{794AB6BD-CCC1-4E72-B891-D93B214E3B58}" destId="{231BA030-8C95-43EB-983F-43C3324C12C0}" srcOrd="0" destOrd="0" presId="urn:microsoft.com/office/officeart/2008/layout/LinedList"/>
    <dgm:cxn modelId="{289F4B2E-1D07-4A10-BC34-8950D1A90D40}" type="presOf" srcId="{D28B6F8F-5BC2-493D-B90F-8C4AAEEB0E2C}" destId="{F81DC2D2-D09D-4394-B6B5-54EBD7AA0E86}" srcOrd="0" destOrd="0" presId="urn:microsoft.com/office/officeart/2008/layout/LinedList"/>
    <dgm:cxn modelId="{C8709436-F1C9-4ACC-A03F-EABB8F064780}" type="presOf" srcId="{798C7B78-D472-4DA5-A0AC-83AAC8EC2615}" destId="{8067F1A6-AE44-4745-ACE2-FEE12BDF8695}" srcOrd="0" destOrd="0" presId="urn:microsoft.com/office/officeart/2008/layout/LinedList"/>
    <dgm:cxn modelId="{068E254C-00DA-45F3-AA18-7887944E2D7D}" srcId="{D28B6F8F-5BC2-493D-B90F-8C4AAEEB0E2C}" destId="{AC46DA66-20E7-44A4-BF8E-2BC235CB36F7}" srcOrd="0" destOrd="0" parTransId="{899BB19A-0A6D-4B89-9B20-393A0B2D1793}" sibTransId="{F89EF1C0-2A2C-475F-9780-F9262DC6FADB}"/>
    <dgm:cxn modelId="{92601C6E-4BB5-482D-B05B-C8F7209CA4F9}" type="presOf" srcId="{5E7D7428-E87E-43CF-AC02-82B1B3403C69}" destId="{EF94AD12-5324-420E-9A25-0590DA96A50F}" srcOrd="0" destOrd="0" presId="urn:microsoft.com/office/officeart/2008/layout/LinedList"/>
    <dgm:cxn modelId="{0BB56956-14C5-48AF-87C3-9984B08BA9D4}" type="presOf" srcId="{D975B91A-4990-44B2-B4DA-9891FF4DCC03}" destId="{41000E6E-730A-48AD-82D8-6F3ABF5D4225}" srcOrd="0" destOrd="0" presId="urn:microsoft.com/office/officeart/2008/layout/LinedList"/>
    <dgm:cxn modelId="{E9FA3187-37B0-4610-B8C8-39D01D7D52F7}" srcId="{D28B6F8F-5BC2-493D-B90F-8C4AAEEB0E2C}" destId="{794AB6BD-CCC1-4E72-B891-D93B214E3B58}" srcOrd="2" destOrd="0" parTransId="{9FB527FC-ED23-49AC-88DA-61FC73F834D5}" sibTransId="{499FC192-BDA1-4745-8397-54A837DE0652}"/>
    <dgm:cxn modelId="{2D63BF95-1CDC-442F-9C64-9F8FC25C7FBA}" type="presOf" srcId="{AC46DA66-20E7-44A4-BF8E-2BC235CB36F7}" destId="{B01C058B-0895-426C-840E-FC80E9AF3C46}" srcOrd="0" destOrd="0" presId="urn:microsoft.com/office/officeart/2008/layout/LinedList"/>
    <dgm:cxn modelId="{D234D996-5077-487B-B9FE-105E4D4D1A0D}" srcId="{798C7B78-D472-4DA5-A0AC-83AAC8EC2615}" destId="{4A2EFAA4-BECA-47F1-ADCC-B5383F9810EF}" srcOrd="0" destOrd="0" parTransId="{2D8C75E0-35A3-41AF-8BCB-4742CBF79DAB}" sibTransId="{E1B3EA5E-10DA-457A-A7A3-BBCC34082701}"/>
    <dgm:cxn modelId="{2848D9A5-CC2D-4E72-9BA6-D3B9C5EBBEBB}" srcId="{AC46DA66-20E7-44A4-BF8E-2BC235CB36F7}" destId="{5E7D7428-E87E-43CF-AC02-82B1B3403C69}" srcOrd="1" destOrd="0" parTransId="{EF874A8D-65FD-4C25-92A8-2C2132F15784}" sibTransId="{B899D551-6D0A-4D18-A744-2D23F8EEAD89}"/>
    <dgm:cxn modelId="{AAEF22C7-87D1-4AD8-A0FB-7658808FC32C}" srcId="{AC46DA66-20E7-44A4-BF8E-2BC235CB36F7}" destId="{E0FF5BBD-9799-42C6-981B-2FE657C1BC9B}" srcOrd="0" destOrd="0" parTransId="{43D9C5DF-39F7-4B90-9421-0C652C728DC9}" sibTransId="{CB0A0CAC-ACA7-4898-8D54-AE0EDFC0F6F9}"/>
    <dgm:cxn modelId="{93B7F7CD-6C57-4BA6-8567-680FF32BF55D}" srcId="{798C7B78-D472-4DA5-A0AC-83AAC8EC2615}" destId="{D975B91A-4990-44B2-B4DA-9891FF4DCC03}" srcOrd="1" destOrd="0" parTransId="{1A1F7ADC-0798-4E82-91FF-84AA2D6A3CAE}" sibTransId="{2DDCD8FD-DAAF-45D2-A4EA-A6B6F7F6E92C}"/>
    <dgm:cxn modelId="{059A87DE-8D15-49DA-89EC-1C5E38D5A062}" type="presOf" srcId="{E0FF5BBD-9799-42C6-981B-2FE657C1BC9B}" destId="{B102D0DA-250E-4CED-8994-4EFDE93985B2}" srcOrd="0" destOrd="0" presId="urn:microsoft.com/office/officeart/2008/layout/LinedList"/>
    <dgm:cxn modelId="{CDA0E8DF-DF9C-493F-BA22-E750E8A2D5BA}" srcId="{794AB6BD-CCC1-4E72-B891-D93B214E3B58}" destId="{752434C8-4353-4DCB-AB28-50428B88DA9F}" srcOrd="0" destOrd="0" parTransId="{0EA5C15C-BA6E-40F2-AB03-FE0074009607}" sibTransId="{8B09FCD0-E53C-40E7-9440-F9A5B160AFBD}"/>
    <dgm:cxn modelId="{FBB415E8-7805-4C79-8068-35D2793630FB}" srcId="{D28B6F8F-5BC2-493D-B90F-8C4AAEEB0E2C}" destId="{798C7B78-D472-4DA5-A0AC-83AAC8EC2615}" srcOrd="1" destOrd="0" parTransId="{79B2DF7C-CAA3-416C-AF7A-1AFCB2FED884}" sibTransId="{CEC338DF-6218-4C82-85E5-563BEDE5374E}"/>
    <dgm:cxn modelId="{DA4B95FC-4EC0-4F4B-BB36-6836F6B22A1D}" type="presOf" srcId="{4A2EFAA4-BECA-47F1-ADCC-B5383F9810EF}" destId="{FFAA996F-A28C-4D0A-9FC5-3F85473A4E3B}" srcOrd="0" destOrd="0" presId="urn:microsoft.com/office/officeart/2008/layout/LinedList"/>
    <dgm:cxn modelId="{DB72B1FF-D612-41D1-9F01-F8C57DFA9C79}" srcId="{794AB6BD-CCC1-4E72-B891-D93B214E3B58}" destId="{370B15BD-4D53-4537-BA27-0162D3E728A8}" srcOrd="1" destOrd="0" parTransId="{BEE81452-AAE6-41E0-87DC-2C83D366C79D}" sibTransId="{1DC50539-8E22-4296-A220-3236497C2F09}"/>
    <dgm:cxn modelId="{DD1E80A8-50D3-4CCA-8C5C-A937328FB472}" type="presParOf" srcId="{F81DC2D2-D09D-4394-B6B5-54EBD7AA0E86}" destId="{E3278AD5-49A1-4DEA-BF3C-88F0A98F35DB}" srcOrd="0" destOrd="0" presId="urn:microsoft.com/office/officeart/2008/layout/LinedList"/>
    <dgm:cxn modelId="{0FB23328-2AA0-476F-9DE3-3A8D4081CDA9}" type="presParOf" srcId="{F81DC2D2-D09D-4394-B6B5-54EBD7AA0E86}" destId="{6126A8B7-6748-431E-80C8-96DE76951454}" srcOrd="1" destOrd="0" presId="urn:microsoft.com/office/officeart/2008/layout/LinedList"/>
    <dgm:cxn modelId="{B73EC1A3-86DA-47E9-952E-0A2FD67CE046}" type="presParOf" srcId="{6126A8B7-6748-431E-80C8-96DE76951454}" destId="{B01C058B-0895-426C-840E-FC80E9AF3C46}" srcOrd="0" destOrd="0" presId="urn:microsoft.com/office/officeart/2008/layout/LinedList"/>
    <dgm:cxn modelId="{40CE9742-D094-4EA2-9295-9BB37769CE07}" type="presParOf" srcId="{6126A8B7-6748-431E-80C8-96DE76951454}" destId="{95C21736-3D04-48E7-9D14-44839D0BB55C}" srcOrd="1" destOrd="0" presId="urn:microsoft.com/office/officeart/2008/layout/LinedList"/>
    <dgm:cxn modelId="{F9069D52-AA6E-408A-9003-237B6FEFF34B}" type="presParOf" srcId="{95C21736-3D04-48E7-9D14-44839D0BB55C}" destId="{B3A950C6-F2FE-4D6F-A7BE-BC1A1D0214BB}" srcOrd="0" destOrd="0" presId="urn:microsoft.com/office/officeart/2008/layout/LinedList"/>
    <dgm:cxn modelId="{0AC92D3D-E45D-44BD-8041-54ED66D820C0}" type="presParOf" srcId="{95C21736-3D04-48E7-9D14-44839D0BB55C}" destId="{2BB66F35-BBC4-4561-9C62-5CD8A0978B68}" srcOrd="1" destOrd="0" presId="urn:microsoft.com/office/officeart/2008/layout/LinedList"/>
    <dgm:cxn modelId="{323C79F0-76B6-4EDD-AED3-62E6AE4E3B0C}" type="presParOf" srcId="{2BB66F35-BBC4-4561-9C62-5CD8A0978B68}" destId="{3F2054F2-6C97-4579-A406-0BB84C5B5360}" srcOrd="0" destOrd="0" presId="urn:microsoft.com/office/officeart/2008/layout/LinedList"/>
    <dgm:cxn modelId="{2948F619-DFEA-4BA6-A2DA-6D54A157681A}" type="presParOf" srcId="{2BB66F35-BBC4-4561-9C62-5CD8A0978B68}" destId="{B102D0DA-250E-4CED-8994-4EFDE93985B2}" srcOrd="1" destOrd="0" presId="urn:microsoft.com/office/officeart/2008/layout/LinedList"/>
    <dgm:cxn modelId="{1F080BEB-035B-45BB-A178-24A8E96933C9}" type="presParOf" srcId="{2BB66F35-BBC4-4561-9C62-5CD8A0978B68}" destId="{CF5D1BF8-C32B-4D55-BA2D-108306B69FB5}" srcOrd="2" destOrd="0" presId="urn:microsoft.com/office/officeart/2008/layout/LinedList"/>
    <dgm:cxn modelId="{BACD4ED7-F657-4B92-96AE-4D6CE5EF5638}" type="presParOf" srcId="{95C21736-3D04-48E7-9D14-44839D0BB55C}" destId="{5EDE2555-42C4-49D2-84FC-855CB1EE7C89}" srcOrd="2" destOrd="0" presId="urn:microsoft.com/office/officeart/2008/layout/LinedList"/>
    <dgm:cxn modelId="{4EF318BF-2764-4F5E-B939-1B140B8FEC9B}" type="presParOf" srcId="{95C21736-3D04-48E7-9D14-44839D0BB55C}" destId="{3AC752DF-408A-479B-B01E-BFCA2E91E83F}" srcOrd="3" destOrd="0" presId="urn:microsoft.com/office/officeart/2008/layout/LinedList"/>
    <dgm:cxn modelId="{C936C66C-EF11-420C-BA54-8C7B09FCFAFB}" type="presParOf" srcId="{95C21736-3D04-48E7-9D14-44839D0BB55C}" destId="{F6C79647-13C2-446A-8456-D3DAD6622DB9}" srcOrd="4" destOrd="0" presId="urn:microsoft.com/office/officeart/2008/layout/LinedList"/>
    <dgm:cxn modelId="{A225952C-3F3B-4A02-99FC-8AE99E26AB0C}" type="presParOf" srcId="{F6C79647-13C2-446A-8456-D3DAD6622DB9}" destId="{94E54E7E-36BD-4DE5-82B8-33E24A48B598}" srcOrd="0" destOrd="0" presId="urn:microsoft.com/office/officeart/2008/layout/LinedList"/>
    <dgm:cxn modelId="{6273633A-CCFD-477D-98C0-B6FBE568C7DE}" type="presParOf" srcId="{F6C79647-13C2-446A-8456-D3DAD6622DB9}" destId="{EF94AD12-5324-420E-9A25-0590DA96A50F}" srcOrd="1" destOrd="0" presId="urn:microsoft.com/office/officeart/2008/layout/LinedList"/>
    <dgm:cxn modelId="{8B34DCCB-AFAE-4883-B3AF-88BDF7C6ECFE}" type="presParOf" srcId="{F6C79647-13C2-446A-8456-D3DAD6622DB9}" destId="{08C342B0-A030-4292-8ACC-054B12737DC1}" srcOrd="2" destOrd="0" presId="urn:microsoft.com/office/officeart/2008/layout/LinedList"/>
    <dgm:cxn modelId="{6266CA3F-17E9-4F24-8608-534B6ABCBDF1}" type="presParOf" srcId="{95C21736-3D04-48E7-9D14-44839D0BB55C}" destId="{9FBA959E-E19A-43EF-AAAE-E7B9E2D1EF19}" srcOrd="5" destOrd="0" presId="urn:microsoft.com/office/officeart/2008/layout/LinedList"/>
    <dgm:cxn modelId="{5D62DD01-D6F2-4192-B692-BC274EEC4386}" type="presParOf" srcId="{95C21736-3D04-48E7-9D14-44839D0BB55C}" destId="{0C2B987A-8D49-43CB-82A1-D1E81F2E6FE6}" srcOrd="6" destOrd="0" presId="urn:microsoft.com/office/officeart/2008/layout/LinedList"/>
    <dgm:cxn modelId="{DAEC2762-CACF-4AA0-9BAF-BD1F369656C2}" type="presParOf" srcId="{F81DC2D2-D09D-4394-B6B5-54EBD7AA0E86}" destId="{9C0145A5-C3BF-4A52-858D-8DF3F7F13B70}" srcOrd="2" destOrd="0" presId="urn:microsoft.com/office/officeart/2008/layout/LinedList"/>
    <dgm:cxn modelId="{6635C37D-58E7-4D3C-8C62-7F60DE6816C8}" type="presParOf" srcId="{F81DC2D2-D09D-4394-B6B5-54EBD7AA0E86}" destId="{EA3BDC5B-56F8-4CF4-8004-6B0CE787F235}" srcOrd="3" destOrd="0" presId="urn:microsoft.com/office/officeart/2008/layout/LinedList"/>
    <dgm:cxn modelId="{69270768-6DF2-4BF9-A955-4942D9F63FE6}" type="presParOf" srcId="{EA3BDC5B-56F8-4CF4-8004-6B0CE787F235}" destId="{8067F1A6-AE44-4745-ACE2-FEE12BDF8695}" srcOrd="0" destOrd="0" presId="urn:microsoft.com/office/officeart/2008/layout/LinedList"/>
    <dgm:cxn modelId="{CD280891-64D6-4565-B48A-00D94C6C7D07}" type="presParOf" srcId="{EA3BDC5B-56F8-4CF4-8004-6B0CE787F235}" destId="{4BE3A325-BE14-464E-A0B5-8B5C737D7C0B}" srcOrd="1" destOrd="0" presId="urn:microsoft.com/office/officeart/2008/layout/LinedList"/>
    <dgm:cxn modelId="{929494B6-4D6C-4CB6-87DE-A103D8C2E576}" type="presParOf" srcId="{4BE3A325-BE14-464E-A0B5-8B5C737D7C0B}" destId="{00C1431B-7BB9-4A2E-9108-B7E984813B29}" srcOrd="0" destOrd="0" presId="urn:microsoft.com/office/officeart/2008/layout/LinedList"/>
    <dgm:cxn modelId="{10E7129F-6F3B-430D-9EB5-EBDEFD4FDE5D}" type="presParOf" srcId="{4BE3A325-BE14-464E-A0B5-8B5C737D7C0B}" destId="{6962912E-5EC2-4B79-AAB0-989CFC9AD409}" srcOrd="1" destOrd="0" presId="urn:microsoft.com/office/officeart/2008/layout/LinedList"/>
    <dgm:cxn modelId="{1613C7DF-59C8-4E01-B8E6-6780D43E5E10}" type="presParOf" srcId="{6962912E-5EC2-4B79-AAB0-989CFC9AD409}" destId="{D0A04E1E-50B9-4813-8AEA-D98AD634BCD2}" srcOrd="0" destOrd="0" presId="urn:microsoft.com/office/officeart/2008/layout/LinedList"/>
    <dgm:cxn modelId="{934D5BB5-109E-417D-AEF8-9310171A6D16}" type="presParOf" srcId="{6962912E-5EC2-4B79-AAB0-989CFC9AD409}" destId="{FFAA996F-A28C-4D0A-9FC5-3F85473A4E3B}" srcOrd="1" destOrd="0" presId="urn:microsoft.com/office/officeart/2008/layout/LinedList"/>
    <dgm:cxn modelId="{AFD255C3-C79C-4F33-99C9-7CA0C2C08654}" type="presParOf" srcId="{6962912E-5EC2-4B79-AAB0-989CFC9AD409}" destId="{FB5FD48B-F633-4E37-964B-42C09F958E5D}" srcOrd="2" destOrd="0" presId="urn:microsoft.com/office/officeart/2008/layout/LinedList"/>
    <dgm:cxn modelId="{5D4FFE92-AD15-4DC7-8301-5858E0C46339}" type="presParOf" srcId="{4BE3A325-BE14-464E-A0B5-8B5C737D7C0B}" destId="{1255ACCC-F717-42EA-9844-B0827CA5F5B0}" srcOrd="2" destOrd="0" presId="urn:microsoft.com/office/officeart/2008/layout/LinedList"/>
    <dgm:cxn modelId="{8EA7A572-89BF-4B6E-9251-1386682FE9DE}" type="presParOf" srcId="{4BE3A325-BE14-464E-A0B5-8B5C737D7C0B}" destId="{C270A881-9543-4254-8E9F-33E5E5916D8E}" srcOrd="3" destOrd="0" presId="urn:microsoft.com/office/officeart/2008/layout/LinedList"/>
    <dgm:cxn modelId="{C51E6574-32DD-42DD-A0DE-EE4CE34370F9}" type="presParOf" srcId="{4BE3A325-BE14-464E-A0B5-8B5C737D7C0B}" destId="{0E77B36B-FD43-4E33-B2C1-7D956ADE3AAC}" srcOrd="4" destOrd="0" presId="urn:microsoft.com/office/officeart/2008/layout/LinedList"/>
    <dgm:cxn modelId="{53455DBC-8875-4CBE-BF69-C1CEAAEE0E8F}" type="presParOf" srcId="{0E77B36B-FD43-4E33-B2C1-7D956ADE3AAC}" destId="{C33C3EE8-0CBD-4592-97E3-63674FE879D9}" srcOrd="0" destOrd="0" presId="urn:microsoft.com/office/officeart/2008/layout/LinedList"/>
    <dgm:cxn modelId="{01197B63-B675-43F9-9467-7E6FD6DA82C1}" type="presParOf" srcId="{0E77B36B-FD43-4E33-B2C1-7D956ADE3AAC}" destId="{41000E6E-730A-48AD-82D8-6F3ABF5D4225}" srcOrd="1" destOrd="0" presId="urn:microsoft.com/office/officeart/2008/layout/LinedList"/>
    <dgm:cxn modelId="{36E87F1C-C43B-4311-83E2-3B70A303F8CD}" type="presParOf" srcId="{0E77B36B-FD43-4E33-B2C1-7D956ADE3AAC}" destId="{A157A108-F31E-4901-A367-84D6FF6B7B04}" srcOrd="2" destOrd="0" presId="urn:microsoft.com/office/officeart/2008/layout/LinedList"/>
    <dgm:cxn modelId="{D2D3D1D7-0AA5-48BB-AEDC-3669E0CD3AE0}" type="presParOf" srcId="{4BE3A325-BE14-464E-A0B5-8B5C737D7C0B}" destId="{7FAE879D-3C67-4D0C-B525-CAE677944751}" srcOrd="5" destOrd="0" presId="urn:microsoft.com/office/officeart/2008/layout/LinedList"/>
    <dgm:cxn modelId="{3490F7E5-9695-45A1-8CDD-E372B9312E2B}" type="presParOf" srcId="{4BE3A325-BE14-464E-A0B5-8B5C737D7C0B}" destId="{689DC535-1CE2-4BED-B4CC-F2C03F14EFA2}" srcOrd="6" destOrd="0" presId="urn:microsoft.com/office/officeart/2008/layout/LinedList"/>
    <dgm:cxn modelId="{0478E60C-BF84-4C28-9876-2E78A2B395AF}" type="presParOf" srcId="{F81DC2D2-D09D-4394-B6B5-54EBD7AA0E86}" destId="{BA877CB3-2CC7-4F2E-9213-D597421CC347}" srcOrd="4" destOrd="0" presId="urn:microsoft.com/office/officeart/2008/layout/LinedList"/>
    <dgm:cxn modelId="{8B885179-1108-4017-B96C-42F218D4FC16}" type="presParOf" srcId="{F81DC2D2-D09D-4394-B6B5-54EBD7AA0E86}" destId="{EBB338B2-1C48-4CE3-B726-29FF8EEFE6C4}" srcOrd="5" destOrd="0" presId="urn:microsoft.com/office/officeart/2008/layout/LinedList"/>
    <dgm:cxn modelId="{39A16ABB-3A2A-4152-B624-69EAB73B8EDB}" type="presParOf" srcId="{EBB338B2-1C48-4CE3-B726-29FF8EEFE6C4}" destId="{231BA030-8C95-43EB-983F-43C3324C12C0}" srcOrd="0" destOrd="0" presId="urn:microsoft.com/office/officeart/2008/layout/LinedList"/>
    <dgm:cxn modelId="{7E6BB3CA-FC3A-4237-BA0E-A5E7B9B8468D}" type="presParOf" srcId="{EBB338B2-1C48-4CE3-B726-29FF8EEFE6C4}" destId="{158634C5-2F96-4F16-8846-21FD9FA00C2E}" srcOrd="1" destOrd="0" presId="urn:microsoft.com/office/officeart/2008/layout/LinedList"/>
    <dgm:cxn modelId="{DC1AA64F-BA5D-433D-840B-BC66655F8DDE}" type="presParOf" srcId="{158634C5-2F96-4F16-8846-21FD9FA00C2E}" destId="{31B2DBA2-BFB7-4E2E-8253-52F72E1D81A1}" srcOrd="0" destOrd="0" presId="urn:microsoft.com/office/officeart/2008/layout/LinedList"/>
    <dgm:cxn modelId="{E8CB39B6-C2B7-4532-9E27-C045A7520B7A}" type="presParOf" srcId="{158634C5-2F96-4F16-8846-21FD9FA00C2E}" destId="{129FB05A-7123-4DDB-9FA9-1FA273889162}" srcOrd="1" destOrd="0" presId="urn:microsoft.com/office/officeart/2008/layout/LinedList"/>
    <dgm:cxn modelId="{104ED1E3-FD76-4830-ABB1-FAEF50356D45}" type="presParOf" srcId="{129FB05A-7123-4DDB-9FA9-1FA273889162}" destId="{F51BD86E-0269-47B3-9E4D-47E70DC99F9C}" srcOrd="0" destOrd="0" presId="urn:microsoft.com/office/officeart/2008/layout/LinedList"/>
    <dgm:cxn modelId="{EDAF4CE1-2E65-4A92-A050-5E89783C03D5}" type="presParOf" srcId="{129FB05A-7123-4DDB-9FA9-1FA273889162}" destId="{ACCB672F-81C6-4BEA-A37A-FB2C1FFB801A}" srcOrd="1" destOrd="0" presId="urn:microsoft.com/office/officeart/2008/layout/LinedList"/>
    <dgm:cxn modelId="{583475FA-602E-499C-9317-2211D12596BE}" type="presParOf" srcId="{129FB05A-7123-4DDB-9FA9-1FA273889162}" destId="{8D155CF2-413B-48F0-A70D-AC379B1330A8}" srcOrd="2" destOrd="0" presId="urn:microsoft.com/office/officeart/2008/layout/LinedList"/>
    <dgm:cxn modelId="{21C3F4F5-B370-49A1-BF87-2743A33A83C3}" type="presParOf" srcId="{158634C5-2F96-4F16-8846-21FD9FA00C2E}" destId="{2431CAA7-BA5B-492B-9E65-8216E49391B8}" srcOrd="2" destOrd="0" presId="urn:microsoft.com/office/officeart/2008/layout/LinedList"/>
    <dgm:cxn modelId="{AA627F30-BEAE-4927-ACD5-68A1EFF5A082}" type="presParOf" srcId="{158634C5-2F96-4F16-8846-21FD9FA00C2E}" destId="{D885CA38-E49C-4C88-905E-6762381F98A9}" srcOrd="3" destOrd="0" presId="urn:microsoft.com/office/officeart/2008/layout/LinedList"/>
    <dgm:cxn modelId="{4E4AEEF6-62FE-4483-8162-DA637E9A57F4}" type="presParOf" srcId="{158634C5-2F96-4F16-8846-21FD9FA00C2E}" destId="{E0845FF3-E246-4F8A-ABBB-276A522927B3}" srcOrd="4" destOrd="0" presId="urn:microsoft.com/office/officeart/2008/layout/LinedList"/>
    <dgm:cxn modelId="{0B4725DD-4BE9-47F7-A5B4-FAECB1E28845}" type="presParOf" srcId="{E0845FF3-E246-4F8A-ABBB-276A522927B3}" destId="{9847AFF5-8008-43A9-84D8-30D1E487BB4E}" srcOrd="0" destOrd="0" presId="urn:microsoft.com/office/officeart/2008/layout/LinedList"/>
    <dgm:cxn modelId="{CFFD2A73-4490-4274-89E9-65FFA262DEFE}" type="presParOf" srcId="{E0845FF3-E246-4F8A-ABBB-276A522927B3}" destId="{AEADCD92-D722-4825-8B0F-A0BCC7AB7FB5}" srcOrd="1" destOrd="0" presId="urn:microsoft.com/office/officeart/2008/layout/LinedList"/>
    <dgm:cxn modelId="{26459ECC-6D08-437E-BE2A-5AFA9BF535AB}" type="presParOf" srcId="{E0845FF3-E246-4F8A-ABBB-276A522927B3}" destId="{D8E5DDB9-6F5C-4381-B682-E234DFDC3093}" srcOrd="2" destOrd="0" presId="urn:microsoft.com/office/officeart/2008/layout/LinedList"/>
    <dgm:cxn modelId="{34F21995-380F-47AE-8197-47E013F26AFC}" type="presParOf" srcId="{158634C5-2F96-4F16-8846-21FD9FA00C2E}" destId="{A528DEDF-97D1-4AFF-85EC-49ECA75141C1}" srcOrd="5" destOrd="0" presId="urn:microsoft.com/office/officeart/2008/layout/LinedList"/>
    <dgm:cxn modelId="{129D5B90-FDF9-4E33-B82A-B471FEA0181A}" type="presParOf" srcId="{158634C5-2F96-4F16-8846-21FD9FA00C2E}" destId="{2C86B950-EB4B-4C9C-8BC0-AEE720B4F701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28B6F8F-5BC2-493D-B90F-8C4AAEEB0E2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642CBFE-DAA3-4769-B176-2F6D8D179A30}">
      <dgm:prSet/>
      <dgm:spPr/>
      <dgm:t>
        <a:bodyPr/>
        <a:lstStyle/>
        <a:p>
          <a:pPr>
            <a:buNone/>
          </a:pPr>
          <a:r>
            <a:rPr lang="en-IN" b="1" i="0" dirty="0"/>
            <a:t>Sentiment Word Clouds</a:t>
          </a:r>
          <a:endParaRPr lang="en-IN" dirty="0"/>
        </a:p>
      </dgm:t>
    </dgm:pt>
    <dgm:pt modelId="{E8CD2420-5B67-4D79-BD20-A94F25934672}" type="sibTrans" cxnId="{68B260F8-C057-4FC4-B327-B69176899CD1}">
      <dgm:prSet/>
      <dgm:spPr/>
      <dgm:t>
        <a:bodyPr/>
        <a:lstStyle/>
        <a:p>
          <a:endParaRPr lang="en-IN"/>
        </a:p>
      </dgm:t>
    </dgm:pt>
    <dgm:pt modelId="{1FBF75E2-88A0-4689-B9A8-3993B53E86CF}" type="parTrans" cxnId="{68B260F8-C057-4FC4-B327-B69176899CD1}">
      <dgm:prSet/>
      <dgm:spPr/>
      <dgm:t>
        <a:bodyPr/>
        <a:lstStyle/>
        <a:p>
          <a:endParaRPr lang="en-IN"/>
        </a:p>
      </dgm:t>
    </dgm:pt>
    <dgm:pt modelId="{81E9B98C-A284-4378-8E0A-DE868C0FC68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Creates word clouds for positive, neutral, and negative sentiments, highlighting frequently used words in customer feedback.</a:t>
          </a:r>
        </a:p>
      </dgm:t>
    </dgm:pt>
    <dgm:pt modelId="{6BFEBF5F-E798-450A-B2AE-5B5E5FB4E249}" type="sibTrans" cxnId="{FC847F87-6D89-43EA-A927-068732A68761}">
      <dgm:prSet/>
      <dgm:spPr/>
      <dgm:t>
        <a:bodyPr/>
        <a:lstStyle/>
        <a:p>
          <a:endParaRPr lang="en-IN"/>
        </a:p>
      </dgm:t>
    </dgm:pt>
    <dgm:pt modelId="{5825CF09-8CD3-4F7B-B676-C2B417A33B9C}" type="parTrans" cxnId="{FC847F87-6D89-43EA-A927-068732A68761}">
      <dgm:prSet/>
      <dgm:spPr/>
      <dgm:t>
        <a:bodyPr/>
        <a:lstStyle/>
        <a:p>
          <a:endParaRPr lang="en-IN"/>
        </a:p>
      </dgm:t>
    </dgm:pt>
    <dgm:pt modelId="{0851FB71-C5D5-403C-8B56-374DC041312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Uses sentiment-specific color schemes to enhance interpretability and visual appeal.</a:t>
          </a:r>
        </a:p>
      </dgm:t>
    </dgm:pt>
    <dgm:pt modelId="{7A23FEE5-02FE-4FE2-BED3-6293EB2DF94B}" type="sibTrans" cxnId="{F9CB2BC5-F405-4E1D-BF96-1C72E4432731}">
      <dgm:prSet/>
      <dgm:spPr/>
      <dgm:t>
        <a:bodyPr/>
        <a:lstStyle/>
        <a:p>
          <a:endParaRPr lang="en-IN"/>
        </a:p>
      </dgm:t>
    </dgm:pt>
    <dgm:pt modelId="{243259D2-4A83-4D4F-8686-59653C221946}" type="parTrans" cxnId="{F9CB2BC5-F405-4E1D-BF96-1C72E4432731}">
      <dgm:prSet/>
      <dgm:spPr/>
      <dgm:t>
        <a:bodyPr/>
        <a:lstStyle/>
        <a:p>
          <a:endParaRPr lang="en-IN"/>
        </a:p>
      </dgm:t>
    </dgm:pt>
    <dgm:pt modelId="{4C665FF3-2777-43EF-B043-ADD87EB684E9}">
      <dgm:prSet/>
      <dgm:spPr/>
      <dgm:t>
        <a:bodyPr/>
        <a:lstStyle/>
        <a:p>
          <a:pPr>
            <a:buNone/>
          </a:pPr>
          <a:r>
            <a:rPr lang="en-IN" b="1" i="0" dirty="0"/>
            <a:t>Report Generation</a:t>
          </a:r>
          <a:endParaRPr lang="en-IN" dirty="0"/>
        </a:p>
      </dgm:t>
    </dgm:pt>
    <dgm:pt modelId="{4AB1E70B-A857-4C21-B207-43DE79BBB61F}" type="sibTrans" cxnId="{6E5933DD-41D6-4215-95D1-A4E28314A9C4}">
      <dgm:prSet/>
      <dgm:spPr/>
      <dgm:t>
        <a:bodyPr/>
        <a:lstStyle/>
        <a:p>
          <a:endParaRPr lang="en-IN"/>
        </a:p>
      </dgm:t>
    </dgm:pt>
    <dgm:pt modelId="{EB295EE6-D427-4211-A19B-1C859308BA55}" type="parTrans" cxnId="{6E5933DD-41D6-4215-95D1-A4E28314A9C4}">
      <dgm:prSet/>
      <dgm:spPr/>
      <dgm:t>
        <a:bodyPr/>
        <a:lstStyle/>
        <a:p>
          <a:endParaRPr lang="en-IN"/>
        </a:p>
      </dgm:t>
    </dgm:pt>
    <dgm:pt modelId="{D74DCEA4-CB23-4BDF-A2EF-F419CA22665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Provides detailed reports on overall sentiment distribution and aspect-wise sentiment distribution.</a:t>
          </a:r>
        </a:p>
      </dgm:t>
    </dgm:pt>
    <dgm:pt modelId="{7EEE1164-1D50-4BC4-83BF-897A80EB90C0}" type="sibTrans" cxnId="{5AAB2974-C085-4E76-96F8-284E56A33D55}">
      <dgm:prSet/>
      <dgm:spPr/>
      <dgm:t>
        <a:bodyPr/>
        <a:lstStyle/>
        <a:p>
          <a:endParaRPr lang="en-IN"/>
        </a:p>
      </dgm:t>
    </dgm:pt>
    <dgm:pt modelId="{5CDD14CE-124E-4291-8BA4-57207045AC9C}" type="parTrans" cxnId="{5AAB2974-C085-4E76-96F8-284E56A33D55}">
      <dgm:prSet/>
      <dgm:spPr/>
      <dgm:t>
        <a:bodyPr/>
        <a:lstStyle/>
        <a:p>
          <a:endParaRPr lang="en-IN"/>
        </a:p>
      </dgm:t>
    </dgm:pt>
    <dgm:pt modelId="{D621ABEF-E242-4D0D-9F6D-59A947C69DB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Uses charts and structured data to summarize insights, making it easier for stakeholders to understand and act on the findings.</a:t>
          </a:r>
        </a:p>
      </dgm:t>
    </dgm:pt>
    <dgm:pt modelId="{FC3EB177-903C-4F1C-AE50-84A24EE8D670}" type="sibTrans" cxnId="{2D2B760C-E727-483E-8459-89B9D1ECF3A6}">
      <dgm:prSet/>
      <dgm:spPr/>
      <dgm:t>
        <a:bodyPr/>
        <a:lstStyle/>
        <a:p>
          <a:endParaRPr lang="en-IN"/>
        </a:p>
      </dgm:t>
    </dgm:pt>
    <dgm:pt modelId="{93A33828-2293-49D5-890F-2466FC9DD338}" type="parTrans" cxnId="{2D2B760C-E727-483E-8459-89B9D1ECF3A6}">
      <dgm:prSet/>
      <dgm:spPr/>
      <dgm:t>
        <a:bodyPr/>
        <a:lstStyle/>
        <a:p>
          <a:endParaRPr lang="en-IN"/>
        </a:p>
      </dgm:t>
    </dgm:pt>
    <dgm:pt modelId="{F81DC2D2-D09D-4394-B6B5-54EBD7AA0E86}" type="pres">
      <dgm:prSet presAssocID="{D28B6F8F-5BC2-493D-B90F-8C4AAEEB0E2C}" presName="vert0" presStyleCnt="0">
        <dgm:presLayoutVars>
          <dgm:dir/>
          <dgm:animOne val="branch"/>
          <dgm:animLvl val="lvl"/>
        </dgm:presLayoutVars>
      </dgm:prSet>
      <dgm:spPr/>
    </dgm:pt>
    <dgm:pt modelId="{8773097D-E021-4C88-9242-09CD55A9E46A}" type="pres">
      <dgm:prSet presAssocID="{0642CBFE-DAA3-4769-B176-2F6D8D179A30}" presName="thickLine" presStyleLbl="alignNode1" presStyleIdx="0" presStyleCnt="2"/>
      <dgm:spPr/>
    </dgm:pt>
    <dgm:pt modelId="{BB540FD2-5D2A-49BB-8333-127C6447BCA2}" type="pres">
      <dgm:prSet presAssocID="{0642CBFE-DAA3-4769-B176-2F6D8D179A30}" presName="horz1" presStyleCnt="0"/>
      <dgm:spPr/>
    </dgm:pt>
    <dgm:pt modelId="{5D915400-A4A4-4AFC-A46E-5732FB650E16}" type="pres">
      <dgm:prSet presAssocID="{0642CBFE-DAA3-4769-B176-2F6D8D179A30}" presName="tx1" presStyleLbl="revTx" presStyleIdx="0" presStyleCnt="6"/>
      <dgm:spPr/>
    </dgm:pt>
    <dgm:pt modelId="{82A4CC6F-A795-4F41-81FB-4507C10C599A}" type="pres">
      <dgm:prSet presAssocID="{0642CBFE-DAA3-4769-B176-2F6D8D179A30}" presName="vert1" presStyleCnt="0"/>
      <dgm:spPr/>
    </dgm:pt>
    <dgm:pt modelId="{8CE84EEB-6A3D-4F5B-9DCB-E8D43329DAC4}" type="pres">
      <dgm:prSet presAssocID="{81E9B98C-A284-4378-8E0A-DE868C0FC680}" presName="vertSpace2a" presStyleCnt="0"/>
      <dgm:spPr/>
    </dgm:pt>
    <dgm:pt modelId="{5A222F88-8385-4DA0-90C8-429FD19F576B}" type="pres">
      <dgm:prSet presAssocID="{81E9B98C-A284-4378-8E0A-DE868C0FC680}" presName="horz2" presStyleCnt="0"/>
      <dgm:spPr/>
    </dgm:pt>
    <dgm:pt modelId="{07235803-49FC-4E7A-A800-AE80DEC06D06}" type="pres">
      <dgm:prSet presAssocID="{81E9B98C-A284-4378-8E0A-DE868C0FC680}" presName="horzSpace2" presStyleCnt="0"/>
      <dgm:spPr/>
    </dgm:pt>
    <dgm:pt modelId="{2C765B49-35E5-4F28-8D96-6DBB77BF9E4E}" type="pres">
      <dgm:prSet presAssocID="{81E9B98C-A284-4378-8E0A-DE868C0FC680}" presName="tx2" presStyleLbl="revTx" presStyleIdx="1" presStyleCnt="6"/>
      <dgm:spPr/>
    </dgm:pt>
    <dgm:pt modelId="{8F7E4F4F-0654-4D8A-B283-03481763898F}" type="pres">
      <dgm:prSet presAssocID="{81E9B98C-A284-4378-8E0A-DE868C0FC680}" presName="vert2" presStyleCnt="0"/>
      <dgm:spPr/>
    </dgm:pt>
    <dgm:pt modelId="{76228556-0181-4E0F-804D-1B41AF1A6C09}" type="pres">
      <dgm:prSet presAssocID="{81E9B98C-A284-4378-8E0A-DE868C0FC680}" presName="thinLine2b" presStyleLbl="callout" presStyleIdx="0" presStyleCnt="4"/>
      <dgm:spPr/>
    </dgm:pt>
    <dgm:pt modelId="{A1067F50-43AC-4084-98AF-478094F345BF}" type="pres">
      <dgm:prSet presAssocID="{81E9B98C-A284-4378-8E0A-DE868C0FC680}" presName="vertSpace2b" presStyleCnt="0"/>
      <dgm:spPr/>
    </dgm:pt>
    <dgm:pt modelId="{5BDD6F6B-FEEF-4E93-AF8E-1B1505F67975}" type="pres">
      <dgm:prSet presAssocID="{0851FB71-C5D5-403C-8B56-374DC041312A}" presName="horz2" presStyleCnt="0"/>
      <dgm:spPr/>
    </dgm:pt>
    <dgm:pt modelId="{1634B553-C552-447E-9025-E1E18F82A2A4}" type="pres">
      <dgm:prSet presAssocID="{0851FB71-C5D5-403C-8B56-374DC041312A}" presName="horzSpace2" presStyleCnt="0"/>
      <dgm:spPr/>
    </dgm:pt>
    <dgm:pt modelId="{C4A2B802-AABC-4A64-B14F-6B753D307F2D}" type="pres">
      <dgm:prSet presAssocID="{0851FB71-C5D5-403C-8B56-374DC041312A}" presName="tx2" presStyleLbl="revTx" presStyleIdx="2" presStyleCnt="6"/>
      <dgm:spPr/>
    </dgm:pt>
    <dgm:pt modelId="{B82CAC01-2513-44D5-8A45-8F36F24B5E6B}" type="pres">
      <dgm:prSet presAssocID="{0851FB71-C5D5-403C-8B56-374DC041312A}" presName="vert2" presStyleCnt="0"/>
      <dgm:spPr/>
    </dgm:pt>
    <dgm:pt modelId="{C9DFDFB3-78EA-4617-ABE5-497F734C3A5C}" type="pres">
      <dgm:prSet presAssocID="{0851FB71-C5D5-403C-8B56-374DC041312A}" presName="thinLine2b" presStyleLbl="callout" presStyleIdx="1" presStyleCnt="4"/>
      <dgm:spPr/>
    </dgm:pt>
    <dgm:pt modelId="{FC0B1D5A-7D5B-4E59-9BE2-9AFC2A30AFD6}" type="pres">
      <dgm:prSet presAssocID="{0851FB71-C5D5-403C-8B56-374DC041312A}" presName="vertSpace2b" presStyleCnt="0"/>
      <dgm:spPr/>
    </dgm:pt>
    <dgm:pt modelId="{37FA06E4-A0FD-43DF-AAA7-F44C3659562C}" type="pres">
      <dgm:prSet presAssocID="{4C665FF3-2777-43EF-B043-ADD87EB684E9}" presName="thickLine" presStyleLbl="alignNode1" presStyleIdx="1" presStyleCnt="2"/>
      <dgm:spPr/>
    </dgm:pt>
    <dgm:pt modelId="{1E25E2D6-40F8-415A-9D8C-1FAA981B6874}" type="pres">
      <dgm:prSet presAssocID="{4C665FF3-2777-43EF-B043-ADD87EB684E9}" presName="horz1" presStyleCnt="0"/>
      <dgm:spPr/>
    </dgm:pt>
    <dgm:pt modelId="{319A6575-E541-4069-95EE-F8BAA20DF8AC}" type="pres">
      <dgm:prSet presAssocID="{4C665FF3-2777-43EF-B043-ADD87EB684E9}" presName="tx1" presStyleLbl="revTx" presStyleIdx="3" presStyleCnt="6"/>
      <dgm:spPr/>
    </dgm:pt>
    <dgm:pt modelId="{48F3E5D3-18D4-499C-8E71-8A85704C0155}" type="pres">
      <dgm:prSet presAssocID="{4C665FF3-2777-43EF-B043-ADD87EB684E9}" presName="vert1" presStyleCnt="0"/>
      <dgm:spPr/>
    </dgm:pt>
    <dgm:pt modelId="{DFE6B3F3-EB8E-4E0D-95A3-A3583ABFB914}" type="pres">
      <dgm:prSet presAssocID="{D74DCEA4-CB23-4BDF-A2EF-F419CA22665D}" presName="vertSpace2a" presStyleCnt="0"/>
      <dgm:spPr/>
    </dgm:pt>
    <dgm:pt modelId="{163BC7F4-7655-44FC-982D-36A9007DD222}" type="pres">
      <dgm:prSet presAssocID="{D74DCEA4-CB23-4BDF-A2EF-F419CA22665D}" presName="horz2" presStyleCnt="0"/>
      <dgm:spPr/>
    </dgm:pt>
    <dgm:pt modelId="{02B21628-B7F6-466F-A76B-AD5A2C21F382}" type="pres">
      <dgm:prSet presAssocID="{D74DCEA4-CB23-4BDF-A2EF-F419CA22665D}" presName="horzSpace2" presStyleCnt="0"/>
      <dgm:spPr/>
    </dgm:pt>
    <dgm:pt modelId="{0F8AEA9C-9DB6-4669-B3BC-4E741AD297ED}" type="pres">
      <dgm:prSet presAssocID="{D74DCEA4-CB23-4BDF-A2EF-F419CA22665D}" presName="tx2" presStyleLbl="revTx" presStyleIdx="4" presStyleCnt="6"/>
      <dgm:spPr/>
    </dgm:pt>
    <dgm:pt modelId="{A1877F71-97B3-42CC-9F29-04B50FCE6F0F}" type="pres">
      <dgm:prSet presAssocID="{D74DCEA4-CB23-4BDF-A2EF-F419CA22665D}" presName="vert2" presStyleCnt="0"/>
      <dgm:spPr/>
    </dgm:pt>
    <dgm:pt modelId="{8E445806-8CBD-46DC-8AA8-3AAF3539F4D0}" type="pres">
      <dgm:prSet presAssocID="{D74DCEA4-CB23-4BDF-A2EF-F419CA22665D}" presName="thinLine2b" presStyleLbl="callout" presStyleIdx="2" presStyleCnt="4"/>
      <dgm:spPr/>
    </dgm:pt>
    <dgm:pt modelId="{8E61EAA2-DFFE-46F5-BBBE-399C1B8A0D27}" type="pres">
      <dgm:prSet presAssocID="{D74DCEA4-CB23-4BDF-A2EF-F419CA22665D}" presName="vertSpace2b" presStyleCnt="0"/>
      <dgm:spPr/>
    </dgm:pt>
    <dgm:pt modelId="{CCF90873-80BC-42E2-A44F-AB4BC447FAA3}" type="pres">
      <dgm:prSet presAssocID="{D621ABEF-E242-4D0D-9F6D-59A947C69DBA}" presName="horz2" presStyleCnt="0"/>
      <dgm:spPr/>
    </dgm:pt>
    <dgm:pt modelId="{9E5821A6-8BE9-448A-94D3-76FDB1D42338}" type="pres">
      <dgm:prSet presAssocID="{D621ABEF-E242-4D0D-9F6D-59A947C69DBA}" presName="horzSpace2" presStyleCnt="0"/>
      <dgm:spPr/>
    </dgm:pt>
    <dgm:pt modelId="{CDACAEBB-2115-40F6-9011-44545CC63E85}" type="pres">
      <dgm:prSet presAssocID="{D621ABEF-E242-4D0D-9F6D-59A947C69DBA}" presName="tx2" presStyleLbl="revTx" presStyleIdx="5" presStyleCnt="6"/>
      <dgm:spPr/>
    </dgm:pt>
    <dgm:pt modelId="{70C365B5-D24F-4375-8C50-47A7B6860950}" type="pres">
      <dgm:prSet presAssocID="{D621ABEF-E242-4D0D-9F6D-59A947C69DBA}" presName="vert2" presStyleCnt="0"/>
      <dgm:spPr/>
    </dgm:pt>
    <dgm:pt modelId="{E3F670A6-E952-40F8-845F-24986D4A2017}" type="pres">
      <dgm:prSet presAssocID="{D621ABEF-E242-4D0D-9F6D-59A947C69DBA}" presName="thinLine2b" presStyleLbl="callout" presStyleIdx="3" presStyleCnt="4"/>
      <dgm:spPr/>
    </dgm:pt>
    <dgm:pt modelId="{D16CCDA2-818D-4CCC-9D76-38A7496471D8}" type="pres">
      <dgm:prSet presAssocID="{D621ABEF-E242-4D0D-9F6D-59A947C69DBA}" presName="vertSpace2b" presStyleCnt="0"/>
      <dgm:spPr/>
    </dgm:pt>
  </dgm:ptLst>
  <dgm:cxnLst>
    <dgm:cxn modelId="{2D2B760C-E727-483E-8459-89B9D1ECF3A6}" srcId="{4C665FF3-2777-43EF-B043-ADD87EB684E9}" destId="{D621ABEF-E242-4D0D-9F6D-59A947C69DBA}" srcOrd="1" destOrd="0" parTransId="{93A33828-2293-49D5-890F-2466FC9DD338}" sibTransId="{FC3EB177-903C-4F1C-AE50-84A24EE8D670}"/>
    <dgm:cxn modelId="{498A0B32-C407-4F32-8667-3B2024F561E3}" type="presOf" srcId="{0642CBFE-DAA3-4769-B176-2F6D8D179A30}" destId="{5D915400-A4A4-4AFC-A46E-5732FB650E16}" srcOrd="0" destOrd="0" presId="urn:microsoft.com/office/officeart/2008/layout/LinedList"/>
    <dgm:cxn modelId="{E3952346-1BDB-4FFE-8775-22E610FC8E47}" type="presOf" srcId="{D74DCEA4-CB23-4BDF-A2EF-F419CA22665D}" destId="{0F8AEA9C-9DB6-4669-B3BC-4E741AD297ED}" srcOrd="0" destOrd="0" presId="urn:microsoft.com/office/officeart/2008/layout/LinedList"/>
    <dgm:cxn modelId="{67E2924D-9D36-4FF5-8CC6-6CE7175AD79E}" type="presOf" srcId="{D28B6F8F-5BC2-493D-B90F-8C4AAEEB0E2C}" destId="{F81DC2D2-D09D-4394-B6B5-54EBD7AA0E86}" srcOrd="0" destOrd="0" presId="urn:microsoft.com/office/officeart/2008/layout/LinedList"/>
    <dgm:cxn modelId="{5AAB2974-C085-4E76-96F8-284E56A33D55}" srcId="{4C665FF3-2777-43EF-B043-ADD87EB684E9}" destId="{D74DCEA4-CB23-4BDF-A2EF-F419CA22665D}" srcOrd="0" destOrd="0" parTransId="{5CDD14CE-124E-4291-8BA4-57207045AC9C}" sibTransId="{7EEE1164-1D50-4BC4-83BF-897A80EB90C0}"/>
    <dgm:cxn modelId="{7A1B3774-193C-47E4-BCAA-D8B5918F25F8}" type="presOf" srcId="{D621ABEF-E242-4D0D-9F6D-59A947C69DBA}" destId="{CDACAEBB-2115-40F6-9011-44545CC63E85}" srcOrd="0" destOrd="0" presId="urn:microsoft.com/office/officeart/2008/layout/LinedList"/>
    <dgm:cxn modelId="{FC847F87-6D89-43EA-A927-068732A68761}" srcId="{0642CBFE-DAA3-4769-B176-2F6D8D179A30}" destId="{81E9B98C-A284-4378-8E0A-DE868C0FC680}" srcOrd="0" destOrd="0" parTransId="{5825CF09-8CD3-4F7B-B676-C2B417A33B9C}" sibTransId="{6BFEBF5F-E798-450A-B2AE-5B5E5FB4E249}"/>
    <dgm:cxn modelId="{76CED1AD-BC4C-4695-848A-EBD6823B759E}" type="presOf" srcId="{81E9B98C-A284-4378-8E0A-DE868C0FC680}" destId="{2C765B49-35E5-4F28-8D96-6DBB77BF9E4E}" srcOrd="0" destOrd="0" presId="urn:microsoft.com/office/officeart/2008/layout/LinedList"/>
    <dgm:cxn modelId="{FCEE5AB1-3BC5-4E33-8C98-1DBAB70BDF3A}" type="presOf" srcId="{4C665FF3-2777-43EF-B043-ADD87EB684E9}" destId="{319A6575-E541-4069-95EE-F8BAA20DF8AC}" srcOrd="0" destOrd="0" presId="urn:microsoft.com/office/officeart/2008/layout/LinedList"/>
    <dgm:cxn modelId="{DCE17FB3-9F9F-4F8B-9E4D-CFA9C71950D6}" type="presOf" srcId="{0851FB71-C5D5-403C-8B56-374DC041312A}" destId="{C4A2B802-AABC-4A64-B14F-6B753D307F2D}" srcOrd="0" destOrd="0" presId="urn:microsoft.com/office/officeart/2008/layout/LinedList"/>
    <dgm:cxn modelId="{F9CB2BC5-F405-4E1D-BF96-1C72E4432731}" srcId="{0642CBFE-DAA3-4769-B176-2F6D8D179A30}" destId="{0851FB71-C5D5-403C-8B56-374DC041312A}" srcOrd="1" destOrd="0" parTransId="{243259D2-4A83-4D4F-8686-59653C221946}" sibTransId="{7A23FEE5-02FE-4FE2-BED3-6293EB2DF94B}"/>
    <dgm:cxn modelId="{6E5933DD-41D6-4215-95D1-A4E28314A9C4}" srcId="{D28B6F8F-5BC2-493D-B90F-8C4AAEEB0E2C}" destId="{4C665FF3-2777-43EF-B043-ADD87EB684E9}" srcOrd="1" destOrd="0" parTransId="{EB295EE6-D427-4211-A19B-1C859308BA55}" sibTransId="{4AB1E70B-A857-4C21-B207-43DE79BBB61F}"/>
    <dgm:cxn modelId="{68B260F8-C057-4FC4-B327-B69176899CD1}" srcId="{D28B6F8F-5BC2-493D-B90F-8C4AAEEB0E2C}" destId="{0642CBFE-DAA3-4769-B176-2F6D8D179A30}" srcOrd="0" destOrd="0" parTransId="{1FBF75E2-88A0-4689-B9A8-3993B53E86CF}" sibTransId="{E8CD2420-5B67-4D79-BD20-A94F25934672}"/>
    <dgm:cxn modelId="{34D717B6-6738-4E04-8216-00C3DE874BD5}" type="presParOf" srcId="{F81DC2D2-D09D-4394-B6B5-54EBD7AA0E86}" destId="{8773097D-E021-4C88-9242-09CD55A9E46A}" srcOrd="0" destOrd="0" presId="urn:microsoft.com/office/officeart/2008/layout/LinedList"/>
    <dgm:cxn modelId="{5D433E9B-CC1D-41C6-BD0E-C3199F073970}" type="presParOf" srcId="{F81DC2D2-D09D-4394-B6B5-54EBD7AA0E86}" destId="{BB540FD2-5D2A-49BB-8333-127C6447BCA2}" srcOrd="1" destOrd="0" presId="urn:microsoft.com/office/officeart/2008/layout/LinedList"/>
    <dgm:cxn modelId="{D91839B6-5B03-428D-B13D-1AE176DE8B74}" type="presParOf" srcId="{BB540FD2-5D2A-49BB-8333-127C6447BCA2}" destId="{5D915400-A4A4-4AFC-A46E-5732FB650E16}" srcOrd="0" destOrd="0" presId="urn:microsoft.com/office/officeart/2008/layout/LinedList"/>
    <dgm:cxn modelId="{B2630AC1-BEB6-4CA0-9275-626EDC1308C8}" type="presParOf" srcId="{BB540FD2-5D2A-49BB-8333-127C6447BCA2}" destId="{82A4CC6F-A795-4F41-81FB-4507C10C599A}" srcOrd="1" destOrd="0" presId="urn:microsoft.com/office/officeart/2008/layout/LinedList"/>
    <dgm:cxn modelId="{054CB7A2-7E45-4CA8-AEFD-1DAC1001CFF4}" type="presParOf" srcId="{82A4CC6F-A795-4F41-81FB-4507C10C599A}" destId="{8CE84EEB-6A3D-4F5B-9DCB-E8D43329DAC4}" srcOrd="0" destOrd="0" presId="urn:microsoft.com/office/officeart/2008/layout/LinedList"/>
    <dgm:cxn modelId="{19A0BB2B-ED2A-46AA-8CF9-3F1D65C1980E}" type="presParOf" srcId="{82A4CC6F-A795-4F41-81FB-4507C10C599A}" destId="{5A222F88-8385-4DA0-90C8-429FD19F576B}" srcOrd="1" destOrd="0" presId="urn:microsoft.com/office/officeart/2008/layout/LinedList"/>
    <dgm:cxn modelId="{C5E7E81A-696D-43C2-8022-E0F7DE309C5F}" type="presParOf" srcId="{5A222F88-8385-4DA0-90C8-429FD19F576B}" destId="{07235803-49FC-4E7A-A800-AE80DEC06D06}" srcOrd="0" destOrd="0" presId="urn:microsoft.com/office/officeart/2008/layout/LinedList"/>
    <dgm:cxn modelId="{05E42672-CEF3-4E57-B6D6-2DD85B1B015C}" type="presParOf" srcId="{5A222F88-8385-4DA0-90C8-429FD19F576B}" destId="{2C765B49-35E5-4F28-8D96-6DBB77BF9E4E}" srcOrd="1" destOrd="0" presId="urn:microsoft.com/office/officeart/2008/layout/LinedList"/>
    <dgm:cxn modelId="{E90BC1D4-77A6-49D9-B13C-6F6F270E01A3}" type="presParOf" srcId="{5A222F88-8385-4DA0-90C8-429FD19F576B}" destId="{8F7E4F4F-0654-4D8A-B283-03481763898F}" srcOrd="2" destOrd="0" presId="urn:microsoft.com/office/officeart/2008/layout/LinedList"/>
    <dgm:cxn modelId="{EC0B6A6F-22F5-4581-B137-B39DA0465CC9}" type="presParOf" srcId="{82A4CC6F-A795-4F41-81FB-4507C10C599A}" destId="{76228556-0181-4E0F-804D-1B41AF1A6C09}" srcOrd="2" destOrd="0" presId="urn:microsoft.com/office/officeart/2008/layout/LinedList"/>
    <dgm:cxn modelId="{6DA256E2-0A52-428A-BD96-B4185C0F4683}" type="presParOf" srcId="{82A4CC6F-A795-4F41-81FB-4507C10C599A}" destId="{A1067F50-43AC-4084-98AF-478094F345BF}" srcOrd="3" destOrd="0" presId="urn:microsoft.com/office/officeart/2008/layout/LinedList"/>
    <dgm:cxn modelId="{1C953943-553B-4CDE-8F60-639B6901EF20}" type="presParOf" srcId="{82A4CC6F-A795-4F41-81FB-4507C10C599A}" destId="{5BDD6F6B-FEEF-4E93-AF8E-1B1505F67975}" srcOrd="4" destOrd="0" presId="urn:microsoft.com/office/officeart/2008/layout/LinedList"/>
    <dgm:cxn modelId="{EAC74BD0-A4FF-4BD8-A5D8-14567BA15837}" type="presParOf" srcId="{5BDD6F6B-FEEF-4E93-AF8E-1B1505F67975}" destId="{1634B553-C552-447E-9025-E1E18F82A2A4}" srcOrd="0" destOrd="0" presId="urn:microsoft.com/office/officeart/2008/layout/LinedList"/>
    <dgm:cxn modelId="{FF19B989-60E4-46D9-9784-DEE3A39FABB4}" type="presParOf" srcId="{5BDD6F6B-FEEF-4E93-AF8E-1B1505F67975}" destId="{C4A2B802-AABC-4A64-B14F-6B753D307F2D}" srcOrd="1" destOrd="0" presId="urn:microsoft.com/office/officeart/2008/layout/LinedList"/>
    <dgm:cxn modelId="{3306C261-A998-4AB8-A6A2-F7033596CFB1}" type="presParOf" srcId="{5BDD6F6B-FEEF-4E93-AF8E-1B1505F67975}" destId="{B82CAC01-2513-44D5-8A45-8F36F24B5E6B}" srcOrd="2" destOrd="0" presId="urn:microsoft.com/office/officeart/2008/layout/LinedList"/>
    <dgm:cxn modelId="{CD55BC02-EFEE-4497-908F-4456577B47BD}" type="presParOf" srcId="{82A4CC6F-A795-4F41-81FB-4507C10C599A}" destId="{C9DFDFB3-78EA-4617-ABE5-497F734C3A5C}" srcOrd="5" destOrd="0" presId="urn:microsoft.com/office/officeart/2008/layout/LinedList"/>
    <dgm:cxn modelId="{2BFF483F-E5A2-4F8D-90A6-A44343589BAA}" type="presParOf" srcId="{82A4CC6F-A795-4F41-81FB-4507C10C599A}" destId="{FC0B1D5A-7D5B-4E59-9BE2-9AFC2A30AFD6}" srcOrd="6" destOrd="0" presId="urn:microsoft.com/office/officeart/2008/layout/LinedList"/>
    <dgm:cxn modelId="{8ACC25CD-7977-4314-9A9C-1D13BB7EE6AD}" type="presParOf" srcId="{F81DC2D2-D09D-4394-B6B5-54EBD7AA0E86}" destId="{37FA06E4-A0FD-43DF-AAA7-F44C3659562C}" srcOrd="2" destOrd="0" presId="urn:microsoft.com/office/officeart/2008/layout/LinedList"/>
    <dgm:cxn modelId="{50EB1414-1BC9-4598-8BB5-7357AB9C1EE5}" type="presParOf" srcId="{F81DC2D2-D09D-4394-B6B5-54EBD7AA0E86}" destId="{1E25E2D6-40F8-415A-9D8C-1FAA981B6874}" srcOrd="3" destOrd="0" presId="urn:microsoft.com/office/officeart/2008/layout/LinedList"/>
    <dgm:cxn modelId="{F75DE29D-4DB9-47A6-9071-D1735261CFDB}" type="presParOf" srcId="{1E25E2D6-40F8-415A-9D8C-1FAA981B6874}" destId="{319A6575-E541-4069-95EE-F8BAA20DF8AC}" srcOrd="0" destOrd="0" presId="urn:microsoft.com/office/officeart/2008/layout/LinedList"/>
    <dgm:cxn modelId="{AAD21FEE-0D8A-43FF-8778-1EC78AB85E8F}" type="presParOf" srcId="{1E25E2D6-40F8-415A-9D8C-1FAA981B6874}" destId="{48F3E5D3-18D4-499C-8E71-8A85704C0155}" srcOrd="1" destOrd="0" presId="urn:microsoft.com/office/officeart/2008/layout/LinedList"/>
    <dgm:cxn modelId="{97763008-165E-4F88-A590-E72DE835E5EF}" type="presParOf" srcId="{48F3E5D3-18D4-499C-8E71-8A85704C0155}" destId="{DFE6B3F3-EB8E-4E0D-95A3-A3583ABFB914}" srcOrd="0" destOrd="0" presId="urn:microsoft.com/office/officeart/2008/layout/LinedList"/>
    <dgm:cxn modelId="{3B340CD5-9CA9-4614-BA49-343D56D3746C}" type="presParOf" srcId="{48F3E5D3-18D4-499C-8E71-8A85704C0155}" destId="{163BC7F4-7655-44FC-982D-36A9007DD222}" srcOrd="1" destOrd="0" presId="urn:microsoft.com/office/officeart/2008/layout/LinedList"/>
    <dgm:cxn modelId="{247CD735-B115-47B4-8CC1-288FEB18955C}" type="presParOf" srcId="{163BC7F4-7655-44FC-982D-36A9007DD222}" destId="{02B21628-B7F6-466F-A76B-AD5A2C21F382}" srcOrd="0" destOrd="0" presId="urn:microsoft.com/office/officeart/2008/layout/LinedList"/>
    <dgm:cxn modelId="{FA411357-0506-4DF3-84C1-F2E5F1B6295C}" type="presParOf" srcId="{163BC7F4-7655-44FC-982D-36A9007DD222}" destId="{0F8AEA9C-9DB6-4669-B3BC-4E741AD297ED}" srcOrd="1" destOrd="0" presId="urn:microsoft.com/office/officeart/2008/layout/LinedList"/>
    <dgm:cxn modelId="{8FA6A465-F77F-4F21-ABBC-454334C95561}" type="presParOf" srcId="{163BC7F4-7655-44FC-982D-36A9007DD222}" destId="{A1877F71-97B3-42CC-9F29-04B50FCE6F0F}" srcOrd="2" destOrd="0" presId="urn:microsoft.com/office/officeart/2008/layout/LinedList"/>
    <dgm:cxn modelId="{3DD49510-FBC8-429D-87EA-D04C8E16C15F}" type="presParOf" srcId="{48F3E5D3-18D4-499C-8E71-8A85704C0155}" destId="{8E445806-8CBD-46DC-8AA8-3AAF3539F4D0}" srcOrd="2" destOrd="0" presId="urn:microsoft.com/office/officeart/2008/layout/LinedList"/>
    <dgm:cxn modelId="{EF8D08DC-0BC6-45BD-B1E3-7BA01C8B46CE}" type="presParOf" srcId="{48F3E5D3-18D4-499C-8E71-8A85704C0155}" destId="{8E61EAA2-DFFE-46F5-BBBE-399C1B8A0D27}" srcOrd="3" destOrd="0" presId="urn:microsoft.com/office/officeart/2008/layout/LinedList"/>
    <dgm:cxn modelId="{64487332-EF62-4B3E-9C53-AE95ABF09F29}" type="presParOf" srcId="{48F3E5D3-18D4-499C-8E71-8A85704C0155}" destId="{CCF90873-80BC-42E2-A44F-AB4BC447FAA3}" srcOrd="4" destOrd="0" presId="urn:microsoft.com/office/officeart/2008/layout/LinedList"/>
    <dgm:cxn modelId="{976A7BE5-8BB3-48F1-B8ED-318D328D4BFD}" type="presParOf" srcId="{CCF90873-80BC-42E2-A44F-AB4BC447FAA3}" destId="{9E5821A6-8BE9-448A-94D3-76FDB1D42338}" srcOrd="0" destOrd="0" presId="urn:microsoft.com/office/officeart/2008/layout/LinedList"/>
    <dgm:cxn modelId="{8CD2CF82-3572-4951-AC0D-E2D5B8531A40}" type="presParOf" srcId="{CCF90873-80BC-42E2-A44F-AB4BC447FAA3}" destId="{CDACAEBB-2115-40F6-9011-44545CC63E85}" srcOrd="1" destOrd="0" presId="urn:microsoft.com/office/officeart/2008/layout/LinedList"/>
    <dgm:cxn modelId="{C5D49295-3CB6-423D-ACF5-14699F5989B8}" type="presParOf" srcId="{CCF90873-80BC-42E2-A44F-AB4BC447FAA3}" destId="{70C365B5-D24F-4375-8C50-47A7B6860950}" srcOrd="2" destOrd="0" presId="urn:microsoft.com/office/officeart/2008/layout/LinedList"/>
    <dgm:cxn modelId="{1B4EF407-18AA-4D09-B6E8-10DA365FD1E9}" type="presParOf" srcId="{48F3E5D3-18D4-499C-8E71-8A85704C0155}" destId="{E3F670A6-E952-40F8-845F-24986D4A2017}" srcOrd="5" destOrd="0" presId="urn:microsoft.com/office/officeart/2008/layout/LinedList"/>
    <dgm:cxn modelId="{12017EE6-E31D-4287-A9F5-FCC84D297162}" type="presParOf" srcId="{48F3E5D3-18D4-499C-8E71-8A85704C0155}" destId="{D16CCDA2-818D-4CCC-9D76-38A7496471D8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AF7C22B-BC03-4C62-85A5-BD69145CDCF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IN"/>
        </a:p>
      </dgm:t>
    </dgm:pt>
    <dgm:pt modelId="{EAEEEA2F-A97B-4C4E-8F18-9328F212F8C7}">
      <dgm:prSet phldrT="[Text]"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1" i="0"/>
            <a:t>Transforms opinions into evidence‑backed product insights.</a:t>
          </a:r>
          <a:endParaRPr lang="en-IN" sz="1000"/>
        </a:p>
      </dgm:t>
    </dgm:pt>
    <dgm:pt modelId="{B271C611-EC50-4350-8A0F-C6BE38034CC9}" type="parTrans" cxnId="{ED0D7DC6-8142-43A0-A130-673475726AB8}">
      <dgm:prSet/>
      <dgm:spPr/>
      <dgm:t>
        <a:bodyPr/>
        <a:lstStyle/>
        <a:p>
          <a:endParaRPr lang="en-IN"/>
        </a:p>
      </dgm:t>
    </dgm:pt>
    <dgm:pt modelId="{76D0F7FE-C13B-4661-AF23-93365E7CFCEF}" type="sibTrans" cxnId="{ED0D7DC6-8142-43A0-A130-673475726AB8}">
      <dgm:prSet/>
      <dgm:spPr/>
      <dgm:t>
        <a:bodyPr/>
        <a:lstStyle/>
        <a:p>
          <a:endParaRPr lang="en-IN"/>
        </a:p>
      </dgm:t>
    </dgm:pt>
    <dgm:pt modelId="{EEBB6BBF-1219-45E9-858B-BA7AA32204C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0" i="0"/>
            <a:t>Validates sentiments through peer‑reviewed evidence and citation workflows.</a:t>
          </a:r>
        </a:p>
      </dgm:t>
    </dgm:pt>
    <dgm:pt modelId="{E41177D8-8581-4403-8088-DE15D07B7AFE}" type="parTrans" cxnId="{ED51DFE4-EB61-4F6B-8A81-FF7D0956FEAC}">
      <dgm:prSet/>
      <dgm:spPr/>
      <dgm:t>
        <a:bodyPr/>
        <a:lstStyle/>
        <a:p>
          <a:endParaRPr lang="en-IN"/>
        </a:p>
      </dgm:t>
    </dgm:pt>
    <dgm:pt modelId="{8396B793-FEF8-4D34-BF85-E2C6A28C46B7}" type="sibTrans" cxnId="{ED51DFE4-EB61-4F6B-8A81-FF7D0956FEAC}">
      <dgm:prSet/>
      <dgm:spPr/>
      <dgm:t>
        <a:bodyPr/>
        <a:lstStyle/>
        <a:p>
          <a:endParaRPr lang="en-IN"/>
        </a:p>
      </dgm:t>
    </dgm:pt>
    <dgm:pt modelId="{E0E0AD65-CAF1-425C-AE41-9407755E8B5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0" i="0"/>
            <a:t>Normalizes claims and checks them against scientific and regulatory sources.</a:t>
          </a:r>
        </a:p>
      </dgm:t>
    </dgm:pt>
    <dgm:pt modelId="{58E88CC7-B70D-4B71-9496-E249059156E4}" type="parTrans" cxnId="{0EB2AEE3-4498-4CA8-B5EE-FB97AC0604E0}">
      <dgm:prSet/>
      <dgm:spPr/>
      <dgm:t>
        <a:bodyPr/>
        <a:lstStyle/>
        <a:p>
          <a:endParaRPr lang="en-IN"/>
        </a:p>
      </dgm:t>
    </dgm:pt>
    <dgm:pt modelId="{A0E1D58C-3A82-425C-941C-C68382A8233E}" type="sibTrans" cxnId="{0EB2AEE3-4498-4CA8-B5EE-FB97AC0604E0}">
      <dgm:prSet/>
      <dgm:spPr/>
      <dgm:t>
        <a:bodyPr/>
        <a:lstStyle/>
        <a:p>
          <a:endParaRPr lang="en-IN"/>
        </a:p>
      </dgm:t>
    </dgm:pt>
    <dgm:pt modelId="{35313CEB-6A9C-4D6A-8377-9A0DF895735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1" i="0"/>
            <a:t>Enhances competitive benchmarking through enriched aspect intelligence.</a:t>
          </a:r>
        </a:p>
      </dgm:t>
    </dgm:pt>
    <dgm:pt modelId="{7749F678-EBC1-490F-B939-A3C29B57C4FE}" type="parTrans" cxnId="{0AA9C62E-CD2F-45EF-A687-C19791A21926}">
      <dgm:prSet/>
      <dgm:spPr/>
      <dgm:t>
        <a:bodyPr/>
        <a:lstStyle/>
        <a:p>
          <a:endParaRPr lang="en-IN"/>
        </a:p>
      </dgm:t>
    </dgm:pt>
    <dgm:pt modelId="{F8793DAB-2C5E-49A3-BF98-F42A5CF0A981}" type="sibTrans" cxnId="{0AA9C62E-CD2F-45EF-A687-C19791A21926}">
      <dgm:prSet/>
      <dgm:spPr/>
      <dgm:t>
        <a:bodyPr/>
        <a:lstStyle/>
        <a:p>
          <a:endParaRPr lang="en-IN"/>
        </a:p>
      </dgm:t>
    </dgm:pt>
    <dgm:pt modelId="{411089CE-7B17-434A-81B5-6714EB4FFB0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0" i="0" dirty="0"/>
            <a:t>Compares aspect sentiments with competitors and identifies differentiating gaps.</a:t>
          </a:r>
        </a:p>
      </dgm:t>
    </dgm:pt>
    <dgm:pt modelId="{3062AACD-0FCB-477B-8C75-8D749B0BB856}" type="parTrans" cxnId="{00C2B91A-719F-40CE-AFB1-9AB30BAEB550}">
      <dgm:prSet/>
      <dgm:spPr/>
      <dgm:t>
        <a:bodyPr/>
        <a:lstStyle/>
        <a:p>
          <a:endParaRPr lang="en-IN"/>
        </a:p>
      </dgm:t>
    </dgm:pt>
    <dgm:pt modelId="{F3A94289-6EAD-4B50-8158-F80F94D82837}" type="sibTrans" cxnId="{00C2B91A-719F-40CE-AFB1-9AB30BAEB550}">
      <dgm:prSet/>
      <dgm:spPr/>
      <dgm:t>
        <a:bodyPr/>
        <a:lstStyle/>
        <a:p>
          <a:endParaRPr lang="en-IN"/>
        </a:p>
      </dgm:t>
    </dgm:pt>
    <dgm:pt modelId="{9443630B-2061-4F3C-A28E-92A609D91F6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1" i="0" dirty="0"/>
            <a:t>Strengthens compliance via automated claim verification workflows.</a:t>
          </a:r>
        </a:p>
      </dgm:t>
    </dgm:pt>
    <dgm:pt modelId="{48403D10-3860-4B86-B667-D61BFD5120AC}" type="parTrans" cxnId="{60C78AEE-F6B9-4D90-BD73-4E3CDF829EFC}">
      <dgm:prSet/>
      <dgm:spPr/>
      <dgm:t>
        <a:bodyPr/>
        <a:lstStyle/>
        <a:p>
          <a:endParaRPr lang="en-IN"/>
        </a:p>
      </dgm:t>
    </dgm:pt>
    <dgm:pt modelId="{25A6FF53-C0DD-46AA-8BE5-9603548D12F3}" type="sibTrans" cxnId="{60C78AEE-F6B9-4D90-BD73-4E3CDF829EFC}">
      <dgm:prSet/>
      <dgm:spPr/>
      <dgm:t>
        <a:bodyPr/>
        <a:lstStyle/>
        <a:p>
          <a:endParaRPr lang="en-IN"/>
        </a:p>
      </dgm:t>
    </dgm:pt>
    <dgm:pt modelId="{5A017437-A115-4D8C-873F-1F304F581E8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0" i="0"/>
            <a:t>Flags unsupported claims using regulatory guidance and scientific validations.</a:t>
          </a:r>
        </a:p>
      </dgm:t>
    </dgm:pt>
    <dgm:pt modelId="{9AB69AF7-CAE0-4C35-BDE9-FABA581B55BC}" type="parTrans" cxnId="{87ACCE2E-F3A6-4606-8F58-2DAD2B8CC992}">
      <dgm:prSet/>
      <dgm:spPr/>
      <dgm:t>
        <a:bodyPr/>
        <a:lstStyle/>
        <a:p>
          <a:endParaRPr lang="en-IN"/>
        </a:p>
      </dgm:t>
    </dgm:pt>
    <dgm:pt modelId="{F63685AC-3C79-41B5-B27E-A328DB1F21C9}" type="sibTrans" cxnId="{87ACCE2E-F3A6-4606-8F58-2DAD2B8CC992}">
      <dgm:prSet/>
      <dgm:spPr/>
      <dgm:t>
        <a:bodyPr/>
        <a:lstStyle/>
        <a:p>
          <a:endParaRPr lang="en-IN"/>
        </a:p>
      </dgm:t>
    </dgm:pt>
    <dgm:pt modelId="{749503D1-4819-4531-83CA-B76F571E56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1" i="0"/>
            <a:t>Accelerates product innovation with evidence‑linked sentiment drivers.</a:t>
          </a:r>
        </a:p>
      </dgm:t>
    </dgm:pt>
    <dgm:pt modelId="{24882D38-DF39-4767-8E7A-9A2D84DBF9BC}" type="parTrans" cxnId="{DD5BFAB5-66EE-4CC5-A33C-9FA2A4B8E721}">
      <dgm:prSet/>
      <dgm:spPr/>
      <dgm:t>
        <a:bodyPr/>
        <a:lstStyle/>
        <a:p>
          <a:endParaRPr lang="en-IN"/>
        </a:p>
      </dgm:t>
    </dgm:pt>
    <dgm:pt modelId="{81C875E1-DD56-4597-A26C-CF1229EA1169}" type="sibTrans" cxnId="{DD5BFAB5-66EE-4CC5-A33C-9FA2A4B8E721}">
      <dgm:prSet/>
      <dgm:spPr/>
      <dgm:t>
        <a:bodyPr/>
        <a:lstStyle/>
        <a:p>
          <a:endParaRPr lang="en-IN"/>
        </a:p>
      </dgm:t>
    </dgm:pt>
    <dgm:pt modelId="{8E44D5B5-DB48-41BD-BB00-50879B44EB8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0" i="0"/>
            <a:t>Converts negative sentiment clusters into research‑backed formulation improvements.</a:t>
          </a:r>
        </a:p>
      </dgm:t>
    </dgm:pt>
    <dgm:pt modelId="{E3B92F89-5A39-4FF5-9A54-2E5B51D405B3}" type="parTrans" cxnId="{98574986-83D3-4A88-9AC8-7A8023984839}">
      <dgm:prSet/>
      <dgm:spPr/>
      <dgm:t>
        <a:bodyPr/>
        <a:lstStyle/>
        <a:p>
          <a:endParaRPr lang="en-IN"/>
        </a:p>
      </dgm:t>
    </dgm:pt>
    <dgm:pt modelId="{157FCA01-4BC2-4EA1-A3C4-E95350DFDBDE}" type="sibTrans" cxnId="{98574986-83D3-4A88-9AC8-7A8023984839}">
      <dgm:prSet/>
      <dgm:spPr/>
      <dgm:t>
        <a:bodyPr/>
        <a:lstStyle/>
        <a:p>
          <a:endParaRPr lang="en-IN"/>
        </a:p>
      </dgm:t>
    </dgm:pt>
    <dgm:pt modelId="{2F45560C-1F88-40C6-B3D7-FB72C8477B0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1" i="0"/>
            <a:t>Enables persona‑specific insights for targeted product decisions.</a:t>
          </a:r>
        </a:p>
      </dgm:t>
    </dgm:pt>
    <dgm:pt modelId="{D6DF2F3E-4714-45BB-BF04-DA5C74FBEE60}" type="parTrans" cxnId="{492046F5-E804-4FAE-90AB-64A06C918CF2}">
      <dgm:prSet/>
      <dgm:spPr/>
      <dgm:t>
        <a:bodyPr/>
        <a:lstStyle/>
        <a:p>
          <a:endParaRPr lang="en-IN"/>
        </a:p>
      </dgm:t>
    </dgm:pt>
    <dgm:pt modelId="{7DBCA41C-2809-4480-9C91-B78F48F34F51}" type="sibTrans" cxnId="{492046F5-E804-4FAE-90AB-64A06C918CF2}">
      <dgm:prSet/>
      <dgm:spPr/>
      <dgm:t>
        <a:bodyPr/>
        <a:lstStyle/>
        <a:p>
          <a:endParaRPr lang="en-IN"/>
        </a:p>
      </dgm:t>
    </dgm:pt>
    <dgm:pt modelId="{4E7DD668-954B-41C8-B518-0F732C7E252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0" i="0"/>
            <a:t>Segments sentiment using persona inference and ontology‑driven aspect mapping.</a:t>
          </a:r>
        </a:p>
      </dgm:t>
    </dgm:pt>
    <dgm:pt modelId="{C2763413-251D-4CCF-929C-DBEAF16FC3A0}" type="parTrans" cxnId="{AD9B344C-AB47-4D0F-8B70-32C0DDBA630F}">
      <dgm:prSet/>
      <dgm:spPr/>
      <dgm:t>
        <a:bodyPr/>
        <a:lstStyle/>
        <a:p>
          <a:endParaRPr lang="en-IN"/>
        </a:p>
      </dgm:t>
    </dgm:pt>
    <dgm:pt modelId="{2743EF84-DDD5-4F5C-B9AA-77E549091303}" type="sibTrans" cxnId="{AD9B344C-AB47-4D0F-8B70-32C0DDBA630F}">
      <dgm:prSet/>
      <dgm:spPr/>
      <dgm:t>
        <a:bodyPr/>
        <a:lstStyle/>
        <a:p>
          <a:endParaRPr lang="en-IN"/>
        </a:p>
      </dgm:t>
    </dgm:pt>
    <dgm:pt modelId="{287C8520-B8B3-4B7A-BC0F-591C6FF66B7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1" i="0"/>
            <a:t>Reduces hallucinations using retrieval‑anchored generation safeguards.</a:t>
          </a:r>
        </a:p>
      </dgm:t>
    </dgm:pt>
    <dgm:pt modelId="{4DB92A34-E2FF-4E07-9064-BAC5F35F7981}" type="parTrans" cxnId="{436A48BB-8A02-44C6-97B1-A5D32D6F5435}">
      <dgm:prSet/>
      <dgm:spPr/>
      <dgm:t>
        <a:bodyPr/>
        <a:lstStyle/>
        <a:p>
          <a:endParaRPr lang="en-IN"/>
        </a:p>
      </dgm:t>
    </dgm:pt>
    <dgm:pt modelId="{6669020F-AC57-4663-B6ED-478D076E8807}" type="sibTrans" cxnId="{436A48BB-8A02-44C6-97B1-A5D32D6F5435}">
      <dgm:prSet/>
      <dgm:spPr/>
      <dgm:t>
        <a:bodyPr/>
        <a:lstStyle/>
        <a:p>
          <a:endParaRPr lang="en-IN"/>
        </a:p>
      </dgm:t>
    </dgm:pt>
    <dgm:pt modelId="{3224E11C-F33B-478D-A8D7-C23B75D9DC8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0" i="0"/>
            <a:t>Enforces citation‑mandatory outputs and rigorous retrieval‑based truth checks.</a:t>
          </a:r>
        </a:p>
      </dgm:t>
    </dgm:pt>
    <dgm:pt modelId="{9DBCC141-0CE1-40BF-B351-5720A066F161}" type="parTrans" cxnId="{8CA62E62-E116-48E5-8427-E9EBA99C022F}">
      <dgm:prSet/>
      <dgm:spPr/>
      <dgm:t>
        <a:bodyPr/>
        <a:lstStyle/>
        <a:p>
          <a:endParaRPr lang="en-IN"/>
        </a:p>
      </dgm:t>
    </dgm:pt>
    <dgm:pt modelId="{9148A6A2-B418-48B8-BB7F-60B462CE0171}" type="sibTrans" cxnId="{8CA62E62-E116-48E5-8427-E9EBA99C022F}">
      <dgm:prSet/>
      <dgm:spPr/>
      <dgm:t>
        <a:bodyPr/>
        <a:lstStyle/>
        <a:p>
          <a:endParaRPr lang="en-IN"/>
        </a:p>
      </dgm:t>
    </dgm:pt>
    <dgm:pt modelId="{E469C64A-332C-4322-97E3-4F6ED5A0BA7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0" i="0" dirty="0"/>
            <a:t>Provides defensible insights grounded in structured evidence and sentiment data</a:t>
          </a:r>
        </a:p>
      </dgm:t>
    </dgm:pt>
    <dgm:pt modelId="{A4E638F0-F504-4B13-8069-28237E83AC0C}" type="parTrans" cxnId="{15FC6352-2453-4D4C-A1AF-68C9E5251CE3}">
      <dgm:prSet/>
      <dgm:spPr/>
      <dgm:t>
        <a:bodyPr/>
        <a:lstStyle/>
        <a:p>
          <a:endParaRPr lang="en-IN"/>
        </a:p>
      </dgm:t>
    </dgm:pt>
    <dgm:pt modelId="{4CBE6B39-B6F1-4468-B4F8-603FE392E617}" type="sibTrans" cxnId="{15FC6352-2453-4D4C-A1AF-68C9E5251CE3}">
      <dgm:prSet/>
      <dgm:spPr/>
      <dgm:t>
        <a:bodyPr/>
        <a:lstStyle/>
        <a:p>
          <a:endParaRPr lang="en-IN"/>
        </a:p>
      </dgm:t>
    </dgm:pt>
    <dgm:pt modelId="{96FC5F0C-A1C6-4D3A-B28E-93DE9DD782F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1" i="0"/>
            <a:t>Improves claim accuracy with research‑validated sentiment grounding.</a:t>
          </a:r>
          <a:endParaRPr lang="en-US" sz="1000" b="0" i="0"/>
        </a:p>
      </dgm:t>
    </dgm:pt>
    <dgm:pt modelId="{9C440FF5-32A3-4BCB-B0DE-D3609EE27AD2}" type="parTrans" cxnId="{C112B1F8-6F28-485C-8045-1B0F64046931}">
      <dgm:prSet/>
      <dgm:spPr/>
      <dgm:t>
        <a:bodyPr/>
        <a:lstStyle/>
        <a:p>
          <a:endParaRPr lang="en-IN"/>
        </a:p>
      </dgm:t>
    </dgm:pt>
    <dgm:pt modelId="{22805B6C-93C5-4511-8910-D94E60308B25}" type="sibTrans" cxnId="{C112B1F8-6F28-485C-8045-1B0F64046931}">
      <dgm:prSet/>
      <dgm:spPr/>
      <dgm:t>
        <a:bodyPr/>
        <a:lstStyle/>
        <a:p>
          <a:endParaRPr lang="en-IN"/>
        </a:p>
      </dgm:t>
    </dgm:pt>
    <dgm:pt modelId="{1E503C1B-9CBE-4B9F-920F-225DC5A530A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000" b="1" i="0"/>
            <a:t>Boosts decision confidence with citation‑supported recommendations.</a:t>
          </a:r>
          <a:endParaRPr lang="en-US" sz="1000" b="0" i="0"/>
        </a:p>
      </dgm:t>
    </dgm:pt>
    <dgm:pt modelId="{71380DA0-A703-45A6-848A-27DDDFE9FE11}" type="parTrans" cxnId="{B85F13FB-D894-45CB-89F5-38D52FE2C6EB}">
      <dgm:prSet/>
      <dgm:spPr/>
      <dgm:t>
        <a:bodyPr/>
        <a:lstStyle/>
        <a:p>
          <a:endParaRPr lang="en-IN"/>
        </a:p>
      </dgm:t>
    </dgm:pt>
    <dgm:pt modelId="{A8D32491-F988-4882-AF19-84E756DBF777}" type="sibTrans" cxnId="{B85F13FB-D894-45CB-89F5-38D52FE2C6EB}">
      <dgm:prSet/>
      <dgm:spPr/>
      <dgm:t>
        <a:bodyPr/>
        <a:lstStyle/>
        <a:p>
          <a:endParaRPr lang="en-IN"/>
        </a:p>
      </dgm:t>
    </dgm:pt>
    <dgm:pt modelId="{7F4132FF-C2E5-49FA-8BD5-B02E1544E9D4}" type="pres">
      <dgm:prSet presAssocID="{8AF7C22B-BC03-4C62-85A5-BD69145CDCF0}" presName="root" presStyleCnt="0">
        <dgm:presLayoutVars>
          <dgm:dir/>
          <dgm:resizeHandles val="exact"/>
        </dgm:presLayoutVars>
      </dgm:prSet>
      <dgm:spPr/>
    </dgm:pt>
    <dgm:pt modelId="{31789505-AD02-4DD3-B330-4631AB84E03C}" type="pres">
      <dgm:prSet presAssocID="{EAEEEA2F-A97B-4C4E-8F18-9328F212F8C7}" presName="compNode" presStyleCnt="0"/>
      <dgm:spPr/>
    </dgm:pt>
    <dgm:pt modelId="{45912648-998A-45E5-829D-B99293ADD793}" type="pres">
      <dgm:prSet presAssocID="{EAEEEA2F-A97B-4C4E-8F18-9328F212F8C7}" presName="bgRect" presStyleLbl="bgShp" presStyleIdx="0" presStyleCnt="8"/>
      <dgm:spPr/>
    </dgm:pt>
    <dgm:pt modelId="{B51C10D8-466D-44DD-86A9-815871E09996}" type="pres">
      <dgm:prSet presAssocID="{EAEEEA2F-A97B-4C4E-8F18-9328F212F8C7}" presName="iconRect" presStyleLbl="node1" presStyleIdx="0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55E0170D-90E2-4C5E-BA78-737D6921D41F}" type="pres">
      <dgm:prSet presAssocID="{EAEEEA2F-A97B-4C4E-8F18-9328F212F8C7}" presName="spaceRect" presStyleCnt="0"/>
      <dgm:spPr/>
    </dgm:pt>
    <dgm:pt modelId="{8DD14146-4B28-4416-BF8A-3025F191E364}" type="pres">
      <dgm:prSet presAssocID="{EAEEEA2F-A97B-4C4E-8F18-9328F212F8C7}" presName="parTx" presStyleLbl="revTx" presStyleIdx="0" presStyleCnt="16">
        <dgm:presLayoutVars>
          <dgm:chMax val="0"/>
          <dgm:chPref val="0"/>
        </dgm:presLayoutVars>
      </dgm:prSet>
      <dgm:spPr/>
    </dgm:pt>
    <dgm:pt modelId="{7F85448B-0A0A-48D1-B535-A1116AA7DD41}" type="pres">
      <dgm:prSet presAssocID="{EAEEEA2F-A97B-4C4E-8F18-9328F212F8C7}" presName="desTx" presStyleLbl="revTx" presStyleIdx="1" presStyleCnt="16">
        <dgm:presLayoutVars/>
      </dgm:prSet>
      <dgm:spPr/>
    </dgm:pt>
    <dgm:pt modelId="{89EB705D-0328-46C7-ABEC-BB398BE4AE0B}" type="pres">
      <dgm:prSet presAssocID="{76D0F7FE-C13B-4661-AF23-93365E7CFCEF}" presName="sibTrans" presStyleCnt="0"/>
      <dgm:spPr/>
    </dgm:pt>
    <dgm:pt modelId="{9E3299B5-CD15-45DF-AF8B-21170D64F4B9}" type="pres">
      <dgm:prSet presAssocID="{96FC5F0C-A1C6-4D3A-B28E-93DE9DD782F2}" presName="compNode" presStyleCnt="0"/>
      <dgm:spPr/>
    </dgm:pt>
    <dgm:pt modelId="{FF7CB35E-D47C-4937-AD8E-EA0EC33D13C8}" type="pres">
      <dgm:prSet presAssocID="{96FC5F0C-A1C6-4D3A-B28E-93DE9DD782F2}" presName="bgRect" presStyleLbl="bgShp" presStyleIdx="1" presStyleCnt="8"/>
      <dgm:spPr/>
    </dgm:pt>
    <dgm:pt modelId="{E2772E2E-A8E7-4999-8F86-58785A50A110}" type="pres">
      <dgm:prSet presAssocID="{96FC5F0C-A1C6-4D3A-B28E-93DE9DD782F2}" presName="iconRect" presStyleLbl="node1" presStyleIdx="1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F457E7D4-82EF-425F-8187-97F02DC80495}" type="pres">
      <dgm:prSet presAssocID="{96FC5F0C-A1C6-4D3A-B28E-93DE9DD782F2}" presName="spaceRect" presStyleCnt="0"/>
      <dgm:spPr/>
    </dgm:pt>
    <dgm:pt modelId="{B9570FE6-9948-4589-9860-040004269FED}" type="pres">
      <dgm:prSet presAssocID="{96FC5F0C-A1C6-4D3A-B28E-93DE9DD782F2}" presName="parTx" presStyleLbl="revTx" presStyleIdx="2" presStyleCnt="16">
        <dgm:presLayoutVars>
          <dgm:chMax val="0"/>
          <dgm:chPref val="0"/>
        </dgm:presLayoutVars>
      </dgm:prSet>
      <dgm:spPr/>
    </dgm:pt>
    <dgm:pt modelId="{1B6182CB-F956-4193-AFC6-819E802E9D51}" type="pres">
      <dgm:prSet presAssocID="{96FC5F0C-A1C6-4D3A-B28E-93DE9DD782F2}" presName="desTx" presStyleLbl="revTx" presStyleIdx="3" presStyleCnt="16">
        <dgm:presLayoutVars/>
      </dgm:prSet>
      <dgm:spPr/>
    </dgm:pt>
    <dgm:pt modelId="{702E0E06-B0D7-4DD7-A6EE-E6DE4651F1A8}" type="pres">
      <dgm:prSet presAssocID="{22805B6C-93C5-4511-8910-D94E60308B25}" presName="sibTrans" presStyleCnt="0"/>
      <dgm:spPr/>
    </dgm:pt>
    <dgm:pt modelId="{1337BC5C-0A85-4381-A9EA-58CB63607DA2}" type="pres">
      <dgm:prSet presAssocID="{35313CEB-6A9C-4D6A-8377-9A0DF895735D}" presName="compNode" presStyleCnt="0"/>
      <dgm:spPr/>
    </dgm:pt>
    <dgm:pt modelId="{61FC310F-01DC-4132-83B4-DDE1E991DEED}" type="pres">
      <dgm:prSet presAssocID="{35313CEB-6A9C-4D6A-8377-9A0DF895735D}" presName="bgRect" presStyleLbl="bgShp" presStyleIdx="2" presStyleCnt="8"/>
      <dgm:spPr/>
    </dgm:pt>
    <dgm:pt modelId="{4250AF07-D9BC-4383-90C6-672F0317B475}" type="pres">
      <dgm:prSet presAssocID="{35313CEB-6A9C-4D6A-8377-9A0DF895735D}" presName="iconRect" presStyleLbl="node1" presStyleIdx="2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704001F4-1706-44B9-BCC2-524F506AEEE7}" type="pres">
      <dgm:prSet presAssocID="{35313CEB-6A9C-4D6A-8377-9A0DF895735D}" presName="spaceRect" presStyleCnt="0"/>
      <dgm:spPr/>
    </dgm:pt>
    <dgm:pt modelId="{E9AEF51D-9317-4FB2-8F3F-E1F03840D652}" type="pres">
      <dgm:prSet presAssocID="{35313CEB-6A9C-4D6A-8377-9A0DF895735D}" presName="parTx" presStyleLbl="revTx" presStyleIdx="4" presStyleCnt="16">
        <dgm:presLayoutVars>
          <dgm:chMax val="0"/>
          <dgm:chPref val="0"/>
        </dgm:presLayoutVars>
      </dgm:prSet>
      <dgm:spPr/>
    </dgm:pt>
    <dgm:pt modelId="{D97C2CB4-A527-41C4-8623-8A99CBA87BB1}" type="pres">
      <dgm:prSet presAssocID="{35313CEB-6A9C-4D6A-8377-9A0DF895735D}" presName="desTx" presStyleLbl="revTx" presStyleIdx="5" presStyleCnt="16">
        <dgm:presLayoutVars/>
      </dgm:prSet>
      <dgm:spPr/>
    </dgm:pt>
    <dgm:pt modelId="{787AAC41-06C5-4C2E-8CA8-E1E1A67DCBD1}" type="pres">
      <dgm:prSet presAssocID="{F8793DAB-2C5E-49A3-BF98-F42A5CF0A981}" presName="sibTrans" presStyleCnt="0"/>
      <dgm:spPr/>
    </dgm:pt>
    <dgm:pt modelId="{CF18E04C-6F67-4934-B241-EDAB0B6D5952}" type="pres">
      <dgm:prSet presAssocID="{9443630B-2061-4F3C-A28E-92A609D91F6F}" presName="compNode" presStyleCnt="0"/>
      <dgm:spPr/>
    </dgm:pt>
    <dgm:pt modelId="{5DF6D24D-E149-4A42-A833-8486CB675CB1}" type="pres">
      <dgm:prSet presAssocID="{9443630B-2061-4F3C-A28E-92A609D91F6F}" presName="bgRect" presStyleLbl="bgShp" presStyleIdx="3" presStyleCnt="8"/>
      <dgm:spPr/>
    </dgm:pt>
    <dgm:pt modelId="{5FC548B4-145C-43E7-9930-C1744F4DD9CD}" type="pres">
      <dgm:prSet presAssocID="{9443630B-2061-4F3C-A28E-92A609D91F6F}" presName="iconRect" presStyleLbl="node1" presStyleIdx="3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EB69C37A-CE09-4FC0-BE15-55238DB19F7B}" type="pres">
      <dgm:prSet presAssocID="{9443630B-2061-4F3C-A28E-92A609D91F6F}" presName="spaceRect" presStyleCnt="0"/>
      <dgm:spPr/>
    </dgm:pt>
    <dgm:pt modelId="{2047AB7F-4EB2-43A6-97B4-A1B332A1B006}" type="pres">
      <dgm:prSet presAssocID="{9443630B-2061-4F3C-A28E-92A609D91F6F}" presName="parTx" presStyleLbl="revTx" presStyleIdx="6" presStyleCnt="16">
        <dgm:presLayoutVars>
          <dgm:chMax val="0"/>
          <dgm:chPref val="0"/>
        </dgm:presLayoutVars>
      </dgm:prSet>
      <dgm:spPr/>
    </dgm:pt>
    <dgm:pt modelId="{0BB32609-4985-412D-867F-963916B788BF}" type="pres">
      <dgm:prSet presAssocID="{9443630B-2061-4F3C-A28E-92A609D91F6F}" presName="desTx" presStyleLbl="revTx" presStyleIdx="7" presStyleCnt="16">
        <dgm:presLayoutVars/>
      </dgm:prSet>
      <dgm:spPr/>
    </dgm:pt>
    <dgm:pt modelId="{8FC35AB5-1911-4C3B-9C86-90916351F60D}" type="pres">
      <dgm:prSet presAssocID="{25A6FF53-C0DD-46AA-8BE5-9603548D12F3}" presName="sibTrans" presStyleCnt="0"/>
      <dgm:spPr/>
    </dgm:pt>
    <dgm:pt modelId="{935B4DC3-38E4-4662-A131-ADA310797855}" type="pres">
      <dgm:prSet presAssocID="{749503D1-4819-4531-83CA-B76F571E56E5}" presName="compNode" presStyleCnt="0"/>
      <dgm:spPr/>
    </dgm:pt>
    <dgm:pt modelId="{FD5BC00D-5304-4E2B-864F-5B5EFE0C9BBF}" type="pres">
      <dgm:prSet presAssocID="{749503D1-4819-4531-83CA-B76F571E56E5}" presName="bgRect" presStyleLbl="bgShp" presStyleIdx="4" presStyleCnt="8"/>
      <dgm:spPr/>
    </dgm:pt>
    <dgm:pt modelId="{C6661BDF-0A3E-45E8-8820-DC15834FC24F}" type="pres">
      <dgm:prSet presAssocID="{749503D1-4819-4531-83CA-B76F571E56E5}" presName="iconRect" presStyleLbl="node1" presStyleIdx="4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CBBB9598-803C-42BE-B6A5-85AEE7C0E639}" type="pres">
      <dgm:prSet presAssocID="{749503D1-4819-4531-83CA-B76F571E56E5}" presName="spaceRect" presStyleCnt="0"/>
      <dgm:spPr/>
    </dgm:pt>
    <dgm:pt modelId="{418262CF-F451-4188-8FE3-7C28867E4F4B}" type="pres">
      <dgm:prSet presAssocID="{749503D1-4819-4531-83CA-B76F571E56E5}" presName="parTx" presStyleLbl="revTx" presStyleIdx="8" presStyleCnt="16">
        <dgm:presLayoutVars>
          <dgm:chMax val="0"/>
          <dgm:chPref val="0"/>
        </dgm:presLayoutVars>
      </dgm:prSet>
      <dgm:spPr/>
    </dgm:pt>
    <dgm:pt modelId="{A850AD12-155D-4C36-B3EA-D584499A1690}" type="pres">
      <dgm:prSet presAssocID="{749503D1-4819-4531-83CA-B76F571E56E5}" presName="desTx" presStyleLbl="revTx" presStyleIdx="9" presStyleCnt="16">
        <dgm:presLayoutVars/>
      </dgm:prSet>
      <dgm:spPr/>
    </dgm:pt>
    <dgm:pt modelId="{FE25E0FA-2B90-430F-AB8B-A1617B63EEA2}" type="pres">
      <dgm:prSet presAssocID="{81C875E1-DD56-4597-A26C-CF1229EA1169}" presName="sibTrans" presStyleCnt="0"/>
      <dgm:spPr/>
    </dgm:pt>
    <dgm:pt modelId="{94A8E111-7244-46B0-AD16-65D3BE7CD0AA}" type="pres">
      <dgm:prSet presAssocID="{2F45560C-1F88-40C6-B3D7-FB72C8477B0E}" presName="compNode" presStyleCnt="0"/>
      <dgm:spPr/>
    </dgm:pt>
    <dgm:pt modelId="{F65B1572-8281-4041-BEAB-6ACA5F46659B}" type="pres">
      <dgm:prSet presAssocID="{2F45560C-1F88-40C6-B3D7-FB72C8477B0E}" presName="bgRect" presStyleLbl="bgShp" presStyleIdx="5" presStyleCnt="8"/>
      <dgm:spPr/>
    </dgm:pt>
    <dgm:pt modelId="{87E91608-8269-4F9F-AECD-A043C7C1767F}" type="pres">
      <dgm:prSet presAssocID="{2F45560C-1F88-40C6-B3D7-FB72C8477B0E}" presName="iconRect" presStyleLbl="node1" presStyleIdx="5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86348B19-39DA-4DA5-A028-60420580DD63}" type="pres">
      <dgm:prSet presAssocID="{2F45560C-1F88-40C6-B3D7-FB72C8477B0E}" presName="spaceRect" presStyleCnt="0"/>
      <dgm:spPr/>
    </dgm:pt>
    <dgm:pt modelId="{5ED56E6F-C5BB-45E8-8F17-E29BC30093FC}" type="pres">
      <dgm:prSet presAssocID="{2F45560C-1F88-40C6-B3D7-FB72C8477B0E}" presName="parTx" presStyleLbl="revTx" presStyleIdx="10" presStyleCnt="16">
        <dgm:presLayoutVars>
          <dgm:chMax val="0"/>
          <dgm:chPref val="0"/>
        </dgm:presLayoutVars>
      </dgm:prSet>
      <dgm:spPr/>
    </dgm:pt>
    <dgm:pt modelId="{35CC739A-B60A-4A16-9338-3AD66CDC8A70}" type="pres">
      <dgm:prSet presAssocID="{2F45560C-1F88-40C6-B3D7-FB72C8477B0E}" presName="desTx" presStyleLbl="revTx" presStyleIdx="11" presStyleCnt="16">
        <dgm:presLayoutVars/>
      </dgm:prSet>
      <dgm:spPr/>
    </dgm:pt>
    <dgm:pt modelId="{50D7D74C-EDDF-4D55-A88D-A56C2167C265}" type="pres">
      <dgm:prSet presAssocID="{7DBCA41C-2809-4480-9C91-B78F48F34F51}" presName="sibTrans" presStyleCnt="0"/>
      <dgm:spPr/>
    </dgm:pt>
    <dgm:pt modelId="{92BC2F6E-8116-4946-8B44-5BA2CB276880}" type="pres">
      <dgm:prSet presAssocID="{287C8520-B8B3-4B7A-BC0F-591C6FF66B78}" presName="compNode" presStyleCnt="0"/>
      <dgm:spPr/>
    </dgm:pt>
    <dgm:pt modelId="{2FD15275-61EC-4269-A81D-088E690B66FB}" type="pres">
      <dgm:prSet presAssocID="{287C8520-B8B3-4B7A-BC0F-591C6FF66B78}" presName="bgRect" presStyleLbl="bgShp" presStyleIdx="6" presStyleCnt="8"/>
      <dgm:spPr/>
    </dgm:pt>
    <dgm:pt modelId="{A4579124-EBC9-4B3F-9ED1-533E256A3A30}" type="pres">
      <dgm:prSet presAssocID="{287C8520-B8B3-4B7A-BC0F-591C6FF66B78}" presName="iconRect" presStyleLbl="node1" presStyleIdx="6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A6F91C09-890D-4282-AA10-57FD0AEA20A9}" type="pres">
      <dgm:prSet presAssocID="{287C8520-B8B3-4B7A-BC0F-591C6FF66B78}" presName="spaceRect" presStyleCnt="0"/>
      <dgm:spPr/>
    </dgm:pt>
    <dgm:pt modelId="{4ABFB6AB-C64C-42CA-B40B-C10075A7646C}" type="pres">
      <dgm:prSet presAssocID="{287C8520-B8B3-4B7A-BC0F-591C6FF66B78}" presName="parTx" presStyleLbl="revTx" presStyleIdx="12" presStyleCnt="16">
        <dgm:presLayoutVars>
          <dgm:chMax val="0"/>
          <dgm:chPref val="0"/>
        </dgm:presLayoutVars>
      </dgm:prSet>
      <dgm:spPr/>
    </dgm:pt>
    <dgm:pt modelId="{95F01975-48F0-462A-A1C2-AF1A8402B461}" type="pres">
      <dgm:prSet presAssocID="{287C8520-B8B3-4B7A-BC0F-591C6FF66B78}" presName="desTx" presStyleLbl="revTx" presStyleIdx="13" presStyleCnt="16">
        <dgm:presLayoutVars/>
      </dgm:prSet>
      <dgm:spPr/>
    </dgm:pt>
    <dgm:pt modelId="{FCA4200C-C31A-48F6-AE73-543E3F1A5C8E}" type="pres">
      <dgm:prSet presAssocID="{6669020F-AC57-4663-B6ED-478D076E8807}" presName="sibTrans" presStyleCnt="0"/>
      <dgm:spPr/>
    </dgm:pt>
    <dgm:pt modelId="{1DB58FDB-2C21-4616-9B01-9726C4A58295}" type="pres">
      <dgm:prSet presAssocID="{1E503C1B-9CBE-4B9F-920F-225DC5A530A6}" presName="compNode" presStyleCnt="0"/>
      <dgm:spPr/>
    </dgm:pt>
    <dgm:pt modelId="{FC7DAFA7-FF6A-4362-BA76-A6BF7A9A6A8E}" type="pres">
      <dgm:prSet presAssocID="{1E503C1B-9CBE-4B9F-920F-225DC5A530A6}" presName="bgRect" presStyleLbl="bgShp" presStyleIdx="7" presStyleCnt="8"/>
      <dgm:spPr/>
    </dgm:pt>
    <dgm:pt modelId="{2923704B-3865-47C2-9E07-DA55A40A2D9F}" type="pres">
      <dgm:prSet presAssocID="{1E503C1B-9CBE-4B9F-920F-225DC5A530A6}" presName="iconRect" presStyleLbl="node1" presStyleIdx="7" presStyleCnt="8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7BA5A1D-9F64-4296-AAEC-6238FC8D9ECE}" type="pres">
      <dgm:prSet presAssocID="{1E503C1B-9CBE-4B9F-920F-225DC5A530A6}" presName="spaceRect" presStyleCnt="0"/>
      <dgm:spPr/>
    </dgm:pt>
    <dgm:pt modelId="{F13FFEED-BD90-46A8-92A2-602F6CA51079}" type="pres">
      <dgm:prSet presAssocID="{1E503C1B-9CBE-4B9F-920F-225DC5A530A6}" presName="parTx" presStyleLbl="revTx" presStyleIdx="14" presStyleCnt="16">
        <dgm:presLayoutVars>
          <dgm:chMax val="0"/>
          <dgm:chPref val="0"/>
        </dgm:presLayoutVars>
      </dgm:prSet>
      <dgm:spPr/>
    </dgm:pt>
    <dgm:pt modelId="{8A57A231-F678-4F54-BBDA-82C9A5EF90F4}" type="pres">
      <dgm:prSet presAssocID="{1E503C1B-9CBE-4B9F-920F-225DC5A530A6}" presName="desTx" presStyleLbl="revTx" presStyleIdx="15" presStyleCnt="16">
        <dgm:presLayoutVars/>
      </dgm:prSet>
      <dgm:spPr/>
    </dgm:pt>
  </dgm:ptLst>
  <dgm:cxnLst>
    <dgm:cxn modelId="{E2BAB20C-BCD6-4551-99C9-91346B379C27}" type="presOf" srcId="{96FC5F0C-A1C6-4D3A-B28E-93DE9DD782F2}" destId="{B9570FE6-9948-4589-9860-040004269FED}" srcOrd="0" destOrd="0" presId="urn:microsoft.com/office/officeart/2018/2/layout/IconVerticalSolidList"/>
    <dgm:cxn modelId="{00C2B91A-719F-40CE-AFB1-9AB30BAEB550}" srcId="{35313CEB-6A9C-4D6A-8377-9A0DF895735D}" destId="{411089CE-7B17-434A-81B5-6714EB4FFB06}" srcOrd="0" destOrd="0" parTransId="{3062AACD-0FCB-477B-8C75-8D749B0BB856}" sibTransId="{F3A94289-6EAD-4B50-8158-F80F94D82837}"/>
    <dgm:cxn modelId="{0AA9C62E-CD2F-45EF-A687-C19791A21926}" srcId="{8AF7C22B-BC03-4C62-85A5-BD69145CDCF0}" destId="{35313CEB-6A9C-4D6A-8377-9A0DF895735D}" srcOrd="2" destOrd="0" parTransId="{7749F678-EBC1-490F-B939-A3C29B57C4FE}" sibTransId="{F8793DAB-2C5E-49A3-BF98-F42A5CF0A981}"/>
    <dgm:cxn modelId="{87ACCE2E-F3A6-4606-8F58-2DAD2B8CC992}" srcId="{9443630B-2061-4F3C-A28E-92A609D91F6F}" destId="{5A017437-A115-4D8C-873F-1F304F581E85}" srcOrd="0" destOrd="0" parTransId="{9AB69AF7-CAE0-4C35-BDE9-FABA581B55BC}" sibTransId="{F63685AC-3C79-41B5-B27E-A328DB1F21C9}"/>
    <dgm:cxn modelId="{83B3915D-DB4C-4FED-83D7-3EDD2BFBEA43}" type="presOf" srcId="{5A017437-A115-4D8C-873F-1F304F581E85}" destId="{0BB32609-4985-412D-867F-963916B788BF}" srcOrd="0" destOrd="0" presId="urn:microsoft.com/office/officeart/2018/2/layout/IconVerticalSolidList"/>
    <dgm:cxn modelId="{8CA62E62-E116-48E5-8427-E9EBA99C022F}" srcId="{287C8520-B8B3-4B7A-BC0F-591C6FF66B78}" destId="{3224E11C-F33B-478D-A8D7-C23B75D9DC83}" srcOrd="0" destOrd="0" parTransId="{9DBCC141-0CE1-40BF-B351-5720A066F161}" sibTransId="{9148A6A2-B418-48B8-BB7F-60B462CE0171}"/>
    <dgm:cxn modelId="{5475274A-4CCA-4993-9161-1A8E74E87CEC}" type="presOf" srcId="{411089CE-7B17-434A-81B5-6714EB4FFB06}" destId="{D97C2CB4-A527-41C4-8623-8A99CBA87BB1}" srcOrd="0" destOrd="0" presId="urn:microsoft.com/office/officeart/2018/2/layout/IconVerticalSolidList"/>
    <dgm:cxn modelId="{AD9B344C-AB47-4D0F-8B70-32C0DDBA630F}" srcId="{2F45560C-1F88-40C6-B3D7-FB72C8477B0E}" destId="{4E7DD668-954B-41C8-B518-0F732C7E252B}" srcOrd="0" destOrd="0" parTransId="{C2763413-251D-4CCF-929C-DBEAF16FC3A0}" sibTransId="{2743EF84-DDD5-4F5C-B9AA-77E549091303}"/>
    <dgm:cxn modelId="{2DEDC24E-A07B-4A3D-9CC4-ABD3F0144946}" type="presOf" srcId="{8E44D5B5-DB48-41BD-BB00-50879B44EB8F}" destId="{A850AD12-155D-4C36-B3EA-D584499A1690}" srcOrd="0" destOrd="0" presId="urn:microsoft.com/office/officeart/2018/2/layout/IconVerticalSolidList"/>
    <dgm:cxn modelId="{15FC6352-2453-4D4C-A1AF-68C9E5251CE3}" srcId="{1E503C1B-9CBE-4B9F-920F-225DC5A530A6}" destId="{E469C64A-332C-4322-97E3-4F6ED5A0BA74}" srcOrd="0" destOrd="0" parTransId="{A4E638F0-F504-4B13-8069-28237E83AC0C}" sibTransId="{4CBE6B39-B6F1-4468-B4F8-603FE392E617}"/>
    <dgm:cxn modelId="{550CD753-F454-473B-B69E-B89F23E48C46}" type="presOf" srcId="{EEBB6BBF-1219-45E9-858B-BA7AA32204C2}" destId="{7F85448B-0A0A-48D1-B535-A1116AA7DD41}" srcOrd="0" destOrd="0" presId="urn:microsoft.com/office/officeart/2018/2/layout/IconVerticalSolidList"/>
    <dgm:cxn modelId="{DE69F673-AEDA-408F-9724-5A3175AA1986}" type="presOf" srcId="{4E7DD668-954B-41C8-B518-0F732C7E252B}" destId="{35CC739A-B60A-4A16-9338-3AD66CDC8A70}" srcOrd="0" destOrd="0" presId="urn:microsoft.com/office/officeart/2018/2/layout/IconVerticalSolidList"/>
    <dgm:cxn modelId="{582BEB7C-E3C5-4424-83C6-DEDB1ED69B2A}" type="presOf" srcId="{3224E11C-F33B-478D-A8D7-C23B75D9DC83}" destId="{95F01975-48F0-462A-A1C2-AF1A8402B461}" srcOrd="0" destOrd="0" presId="urn:microsoft.com/office/officeart/2018/2/layout/IconVerticalSolidList"/>
    <dgm:cxn modelId="{98574986-83D3-4A88-9AC8-7A8023984839}" srcId="{749503D1-4819-4531-83CA-B76F571E56E5}" destId="{8E44D5B5-DB48-41BD-BB00-50879B44EB8F}" srcOrd="0" destOrd="0" parTransId="{E3B92F89-5A39-4FF5-9A54-2E5B51D405B3}" sibTransId="{157FCA01-4BC2-4EA1-A3C4-E95350DFDBDE}"/>
    <dgm:cxn modelId="{26104D99-BDE5-41CC-96A8-594151426BE9}" type="presOf" srcId="{35313CEB-6A9C-4D6A-8377-9A0DF895735D}" destId="{E9AEF51D-9317-4FB2-8F3F-E1F03840D652}" srcOrd="0" destOrd="0" presId="urn:microsoft.com/office/officeart/2018/2/layout/IconVerticalSolidList"/>
    <dgm:cxn modelId="{7A2C47A2-10AE-496B-996D-5E02E3304215}" type="presOf" srcId="{E0E0AD65-CAF1-425C-AE41-9407755E8B55}" destId="{1B6182CB-F956-4193-AFC6-819E802E9D51}" srcOrd="0" destOrd="0" presId="urn:microsoft.com/office/officeart/2018/2/layout/IconVerticalSolidList"/>
    <dgm:cxn modelId="{D3D9F6AE-B115-4BAD-9C1F-5618FD3DF823}" type="presOf" srcId="{EAEEEA2F-A97B-4C4E-8F18-9328F212F8C7}" destId="{8DD14146-4B28-4416-BF8A-3025F191E364}" srcOrd="0" destOrd="0" presId="urn:microsoft.com/office/officeart/2018/2/layout/IconVerticalSolidList"/>
    <dgm:cxn modelId="{DD5BFAB5-66EE-4CC5-A33C-9FA2A4B8E721}" srcId="{8AF7C22B-BC03-4C62-85A5-BD69145CDCF0}" destId="{749503D1-4819-4531-83CA-B76F571E56E5}" srcOrd="4" destOrd="0" parTransId="{24882D38-DF39-4767-8E7A-9A2D84DBF9BC}" sibTransId="{81C875E1-DD56-4597-A26C-CF1229EA1169}"/>
    <dgm:cxn modelId="{436A48BB-8A02-44C6-97B1-A5D32D6F5435}" srcId="{8AF7C22B-BC03-4C62-85A5-BD69145CDCF0}" destId="{287C8520-B8B3-4B7A-BC0F-591C6FF66B78}" srcOrd="6" destOrd="0" parTransId="{4DB92A34-E2FF-4E07-9064-BAC5F35F7981}" sibTransId="{6669020F-AC57-4663-B6ED-478D076E8807}"/>
    <dgm:cxn modelId="{8D6867BE-BA00-4F40-AEF0-A8071FC12755}" type="presOf" srcId="{9443630B-2061-4F3C-A28E-92A609D91F6F}" destId="{2047AB7F-4EB2-43A6-97B4-A1B332A1B006}" srcOrd="0" destOrd="0" presId="urn:microsoft.com/office/officeart/2018/2/layout/IconVerticalSolidList"/>
    <dgm:cxn modelId="{63ACF3C5-AAFF-47BB-910B-2E5BB0107E30}" type="presOf" srcId="{8AF7C22B-BC03-4C62-85A5-BD69145CDCF0}" destId="{7F4132FF-C2E5-49FA-8BD5-B02E1544E9D4}" srcOrd="0" destOrd="0" presId="urn:microsoft.com/office/officeart/2018/2/layout/IconVerticalSolidList"/>
    <dgm:cxn modelId="{ED0D7DC6-8142-43A0-A130-673475726AB8}" srcId="{8AF7C22B-BC03-4C62-85A5-BD69145CDCF0}" destId="{EAEEEA2F-A97B-4C4E-8F18-9328F212F8C7}" srcOrd="0" destOrd="0" parTransId="{B271C611-EC50-4350-8A0F-C6BE38034CC9}" sibTransId="{76D0F7FE-C13B-4661-AF23-93365E7CFCEF}"/>
    <dgm:cxn modelId="{D17265CC-BE82-4999-B3B7-9FAACCEE76D0}" type="presOf" srcId="{E469C64A-332C-4322-97E3-4F6ED5A0BA74}" destId="{8A57A231-F678-4F54-BBDA-82C9A5EF90F4}" srcOrd="0" destOrd="0" presId="urn:microsoft.com/office/officeart/2018/2/layout/IconVerticalSolidList"/>
    <dgm:cxn modelId="{632B5ECD-1D4D-4DAE-B74D-69AD7E1E159B}" type="presOf" srcId="{287C8520-B8B3-4B7A-BC0F-591C6FF66B78}" destId="{4ABFB6AB-C64C-42CA-B40B-C10075A7646C}" srcOrd="0" destOrd="0" presId="urn:microsoft.com/office/officeart/2018/2/layout/IconVerticalSolidList"/>
    <dgm:cxn modelId="{76E539D1-9E2F-40C2-9999-7DB27CD5D524}" type="presOf" srcId="{1E503C1B-9CBE-4B9F-920F-225DC5A530A6}" destId="{F13FFEED-BD90-46A8-92A2-602F6CA51079}" srcOrd="0" destOrd="0" presId="urn:microsoft.com/office/officeart/2018/2/layout/IconVerticalSolidList"/>
    <dgm:cxn modelId="{2B672AE1-4821-49D2-BF4C-BDD410C924A1}" type="presOf" srcId="{2F45560C-1F88-40C6-B3D7-FB72C8477B0E}" destId="{5ED56E6F-C5BB-45E8-8F17-E29BC30093FC}" srcOrd="0" destOrd="0" presId="urn:microsoft.com/office/officeart/2018/2/layout/IconVerticalSolidList"/>
    <dgm:cxn modelId="{0F7A99E3-BF99-4D19-8657-8C5DF6D30B72}" type="presOf" srcId="{749503D1-4819-4531-83CA-B76F571E56E5}" destId="{418262CF-F451-4188-8FE3-7C28867E4F4B}" srcOrd="0" destOrd="0" presId="urn:microsoft.com/office/officeart/2018/2/layout/IconVerticalSolidList"/>
    <dgm:cxn modelId="{0EB2AEE3-4498-4CA8-B5EE-FB97AC0604E0}" srcId="{96FC5F0C-A1C6-4D3A-B28E-93DE9DD782F2}" destId="{E0E0AD65-CAF1-425C-AE41-9407755E8B55}" srcOrd="0" destOrd="0" parTransId="{58E88CC7-B70D-4B71-9496-E249059156E4}" sibTransId="{A0E1D58C-3A82-425C-941C-C68382A8233E}"/>
    <dgm:cxn modelId="{ED51DFE4-EB61-4F6B-8A81-FF7D0956FEAC}" srcId="{EAEEEA2F-A97B-4C4E-8F18-9328F212F8C7}" destId="{EEBB6BBF-1219-45E9-858B-BA7AA32204C2}" srcOrd="0" destOrd="0" parTransId="{E41177D8-8581-4403-8088-DE15D07B7AFE}" sibTransId="{8396B793-FEF8-4D34-BF85-E2C6A28C46B7}"/>
    <dgm:cxn modelId="{60C78AEE-F6B9-4D90-BD73-4E3CDF829EFC}" srcId="{8AF7C22B-BC03-4C62-85A5-BD69145CDCF0}" destId="{9443630B-2061-4F3C-A28E-92A609D91F6F}" srcOrd="3" destOrd="0" parTransId="{48403D10-3860-4B86-B667-D61BFD5120AC}" sibTransId="{25A6FF53-C0DD-46AA-8BE5-9603548D12F3}"/>
    <dgm:cxn modelId="{492046F5-E804-4FAE-90AB-64A06C918CF2}" srcId="{8AF7C22B-BC03-4C62-85A5-BD69145CDCF0}" destId="{2F45560C-1F88-40C6-B3D7-FB72C8477B0E}" srcOrd="5" destOrd="0" parTransId="{D6DF2F3E-4714-45BB-BF04-DA5C74FBEE60}" sibTransId="{7DBCA41C-2809-4480-9C91-B78F48F34F51}"/>
    <dgm:cxn modelId="{C112B1F8-6F28-485C-8045-1B0F64046931}" srcId="{8AF7C22B-BC03-4C62-85A5-BD69145CDCF0}" destId="{96FC5F0C-A1C6-4D3A-B28E-93DE9DD782F2}" srcOrd="1" destOrd="0" parTransId="{9C440FF5-32A3-4BCB-B0DE-D3609EE27AD2}" sibTransId="{22805B6C-93C5-4511-8910-D94E60308B25}"/>
    <dgm:cxn modelId="{B85F13FB-D894-45CB-89F5-38D52FE2C6EB}" srcId="{8AF7C22B-BC03-4C62-85A5-BD69145CDCF0}" destId="{1E503C1B-9CBE-4B9F-920F-225DC5A530A6}" srcOrd="7" destOrd="0" parTransId="{71380DA0-A703-45A6-848A-27DDDFE9FE11}" sibTransId="{A8D32491-F988-4882-AF19-84E756DBF777}"/>
    <dgm:cxn modelId="{26915BE4-D82E-4764-A9C2-89F8950C8E37}" type="presParOf" srcId="{7F4132FF-C2E5-49FA-8BD5-B02E1544E9D4}" destId="{31789505-AD02-4DD3-B330-4631AB84E03C}" srcOrd="0" destOrd="0" presId="urn:microsoft.com/office/officeart/2018/2/layout/IconVerticalSolidList"/>
    <dgm:cxn modelId="{AEB49306-3B7E-4066-B8C3-D2626EFE28DF}" type="presParOf" srcId="{31789505-AD02-4DD3-B330-4631AB84E03C}" destId="{45912648-998A-45E5-829D-B99293ADD793}" srcOrd="0" destOrd="0" presId="urn:microsoft.com/office/officeart/2018/2/layout/IconVerticalSolidList"/>
    <dgm:cxn modelId="{35B22B93-58F0-4814-9AF7-B799E029B117}" type="presParOf" srcId="{31789505-AD02-4DD3-B330-4631AB84E03C}" destId="{B51C10D8-466D-44DD-86A9-815871E09996}" srcOrd="1" destOrd="0" presId="urn:microsoft.com/office/officeart/2018/2/layout/IconVerticalSolidList"/>
    <dgm:cxn modelId="{2165E972-AF00-4366-B773-D585444352F2}" type="presParOf" srcId="{31789505-AD02-4DD3-B330-4631AB84E03C}" destId="{55E0170D-90E2-4C5E-BA78-737D6921D41F}" srcOrd="2" destOrd="0" presId="urn:microsoft.com/office/officeart/2018/2/layout/IconVerticalSolidList"/>
    <dgm:cxn modelId="{63967388-A69B-4398-A88D-134772A9D545}" type="presParOf" srcId="{31789505-AD02-4DD3-B330-4631AB84E03C}" destId="{8DD14146-4B28-4416-BF8A-3025F191E364}" srcOrd="3" destOrd="0" presId="urn:microsoft.com/office/officeart/2018/2/layout/IconVerticalSolidList"/>
    <dgm:cxn modelId="{198DDA13-0F48-4447-B380-FD3823CC9655}" type="presParOf" srcId="{31789505-AD02-4DD3-B330-4631AB84E03C}" destId="{7F85448B-0A0A-48D1-B535-A1116AA7DD41}" srcOrd="4" destOrd="0" presId="urn:microsoft.com/office/officeart/2018/2/layout/IconVerticalSolidList"/>
    <dgm:cxn modelId="{42CEB04B-CA11-438B-B77E-0F8D16B54925}" type="presParOf" srcId="{7F4132FF-C2E5-49FA-8BD5-B02E1544E9D4}" destId="{89EB705D-0328-46C7-ABEC-BB398BE4AE0B}" srcOrd="1" destOrd="0" presId="urn:microsoft.com/office/officeart/2018/2/layout/IconVerticalSolidList"/>
    <dgm:cxn modelId="{23E540FA-0A0A-4BB9-8E09-615D2CE8D5E3}" type="presParOf" srcId="{7F4132FF-C2E5-49FA-8BD5-B02E1544E9D4}" destId="{9E3299B5-CD15-45DF-AF8B-21170D64F4B9}" srcOrd="2" destOrd="0" presId="urn:microsoft.com/office/officeart/2018/2/layout/IconVerticalSolidList"/>
    <dgm:cxn modelId="{17318C35-95F0-42F9-9E4D-89752049C156}" type="presParOf" srcId="{9E3299B5-CD15-45DF-AF8B-21170D64F4B9}" destId="{FF7CB35E-D47C-4937-AD8E-EA0EC33D13C8}" srcOrd="0" destOrd="0" presId="urn:microsoft.com/office/officeart/2018/2/layout/IconVerticalSolidList"/>
    <dgm:cxn modelId="{7642CFF4-57B2-48F4-869A-6F234E4362EC}" type="presParOf" srcId="{9E3299B5-CD15-45DF-AF8B-21170D64F4B9}" destId="{E2772E2E-A8E7-4999-8F86-58785A50A110}" srcOrd="1" destOrd="0" presId="urn:microsoft.com/office/officeart/2018/2/layout/IconVerticalSolidList"/>
    <dgm:cxn modelId="{2A98D803-AEA2-44C3-9448-17DD018E6C76}" type="presParOf" srcId="{9E3299B5-CD15-45DF-AF8B-21170D64F4B9}" destId="{F457E7D4-82EF-425F-8187-97F02DC80495}" srcOrd="2" destOrd="0" presId="urn:microsoft.com/office/officeart/2018/2/layout/IconVerticalSolidList"/>
    <dgm:cxn modelId="{490FADD1-C7D4-43C9-8B1C-D6263AD09842}" type="presParOf" srcId="{9E3299B5-CD15-45DF-AF8B-21170D64F4B9}" destId="{B9570FE6-9948-4589-9860-040004269FED}" srcOrd="3" destOrd="0" presId="urn:microsoft.com/office/officeart/2018/2/layout/IconVerticalSolidList"/>
    <dgm:cxn modelId="{583F8CB2-17F0-42A2-8D94-39D55FCEACEF}" type="presParOf" srcId="{9E3299B5-CD15-45DF-AF8B-21170D64F4B9}" destId="{1B6182CB-F956-4193-AFC6-819E802E9D51}" srcOrd="4" destOrd="0" presId="urn:microsoft.com/office/officeart/2018/2/layout/IconVerticalSolidList"/>
    <dgm:cxn modelId="{34BFABB2-B040-4F8D-ADB0-B8620E5CD212}" type="presParOf" srcId="{7F4132FF-C2E5-49FA-8BD5-B02E1544E9D4}" destId="{702E0E06-B0D7-4DD7-A6EE-E6DE4651F1A8}" srcOrd="3" destOrd="0" presId="urn:microsoft.com/office/officeart/2018/2/layout/IconVerticalSolidList"/>
    <dgm:cxn modelId="{C4E0B36B-E58A-4630-AC06-8B4585F70ED6}" type="presParOf" srcId="{7F4132FF-C2E5-49FA-8BD5-B02E1544E9D4}" destId="{1337BC5C-0A85-4381-A9EA-58CB63607DA2}" srcOrd="4" destOrd="0" presId="urn:microsoft.com/office/officeart/2018/2/layout/IconVerticalSolidList"/>
    <dgm:cxn modelId="{FE19F2E0-9521-4E63-B6C1-1F049DC34891}" type="presParOf" srcId="{1337BC5C-0A85-4381-A9EA-58CB63607DA2}" destId="{61FC310F-01DC-4132-83B4-DDE1E991DEED}" srcOrd="0" destOrd="0" presId="urn:microsoft.com/office/officeart/2018/2/layout/IconVerticalSolidList"/>
    <dgm:cxn modelId="{6E926DA6-1736-4D76-9C50-5317A5861C62}" type="presParOf" srcId="{1337BC5C-0A85-4381-A9EA-58CB63607DA2}" destId="{4250AF07-D9BC-4383-90C6-672F0317B475}" srcOrd="1" destOrd="0" presId="urn:microsoft.com/office/officeart/2018/2/layout/IconVerticalSolidList"/>
    <dgm:cxn modelId="{5A8006CB-EB63-46AB-809D-A87A3556B5C5}" type="presParOf" srcId="{1337BC5C-0A85-4381-A9EA-58CB63607DA2}" destId="{704001F4-1706-44B9-BCC2-524F506AEEE7}" srcOrd="2" destOrd="0" presId="urn:microsoft.com/office/officeart/2018/2/layout/IconVerticalSolidList"/>
    <dgm:cxn modelId="{99C261B4-A979-4E54-BBD9-A900936D002B}" type="presParOf" srcId="{1337BC5C-0A85-4381-A9EA-58CB63607DA2}" destId="{E9AEF51D-9317-4FB2-8F3F-E1F03840D652}" srcOrd="3" destOrd="0" presId="urn:microsoft.com/office/officeart/2018/2/layout/IconVerticalSolidList"/>
    <dgm:cxn modelId="{BF1FEA04-06A8-47F9-9CD2-B62ED418F833}" type="presParOf" srcId="{1337BC5C-0A85-4381-A9EA-58CB63607DA2}" destId="{D97C2CB4-A527-41C4-8623-8A99CBA87BB1}" srcOrd="4" destOrd="0" presId="urn:microsoft.com/office/officeart/2018/2/layout/IconVerticalSolidList"/>
    <dgm:cxn modelId="{4DCC35DC-1041-4581-8847-313A77561032}" type="presParOf" srcId="{7F4132FF-C2E5-49FA-8BD5-B02E1544E9D4}" destId="{787AAC41-06C5-4C2E-8CA8-E1E1A67DCBD1}" srcOrd="5" destOrd="0" presId="urn:microsoft.com/office/officeart/2018/2/layout/IconVerticalSolidList"/>
    <dgm:cxn modelId="{C189930E-AADE-4B19-AF2E-0E092FFCA599}" type="presParOf" srcId="{7F4132FF-C2E5-49FA-8BD5-B02E1544E9D4}" destId="{CF18E04C-6F67-4934-B241-EDAB0B6D5952}" srcOrd="6" destOrd="0" presId="urn:microsoft.com/office/officeart/2018/2/layout/IconVerticalSolidList"/>
    <dgm:cxn modelId="{51460E97-FA24-4422-A338-623602B002A6}" type="presParOf" srcId="{CF18E04C-6F67-4934-B241-EDAB0B6D5952}" destId="{5DF6D24D-E149-4A42-A833-8486CB675CB1}" srcOrd="0" destOrd="0" presId="urn:microsoft.com/office/officeart/2018/2/layout/IconVerticalSolidList"/>
    <dgm:cxn modelId="{95D39122-7B56-4CFC-BD06-F35D531BCEA9}" type="presParOf" srcId="{CF18E04C-6F67-4934-B241-EDAB0B6D5952}" destId="{5FC548B4-145C-43E7-9930-C1744F4DD9CD}" srcOrd="1" destOrd="0" presId="urn:microsoft.com/office/officeart/2018/2/layout/IconVerticalSolidList"/>
    <dgm:cxn modelId="{B27DA745-49C5-484C-8AC0-FFE6058CD9ED}" type="presParOf" srcId="{CF18E04C-6F67-4934-B241-EDAB0B6D5952}" destId="{EB69C37A-CE09-4FC0-BE15-55238DB19F7B}" srcOrd="2" destOrd="0" presId="urn:microsoft.com/office/officeart/2018/2/layout/IconVerticalSolidList"/>
    <dgm:cxn modelId="{9A745849-9EF7-4918-9166-D0A9A76FCAF8}" type="presParOf" srcId="{CF18E04C-6F67-4934-B241-EDAB0B6D5952}" destId="{2047AB7F-4EB2-43A6-97B4-A1B332A1B006}" srcOrd="3" destOrd="0" presId="urn:microsoft.com/office/officeart/2018/2/layout/IconVerticalSolidList"/>
    <dgm:cxn modelId="{7A538446-7BA7-4A3F-AD16-B00BFE164326}" type="presParOf" srcId="{CF18E04C-6F67-4934-B241-EDAB0B6D5952}" destId="{0BB32609-4985-412D-867F-963916B788BF}" srcOrd="4" destOrd="0" presId="urn:microsoft.com/office/officeart/2018/2/layout/IconVerticalSolidList"/>
    <dgm:cxn modelId="{87CC50D7-B1B6-48B9-B7C1-5463CDB310D9}" type="presParOf" srcId="{7F4132FF-C2E5-49FA-8BD5-B02E1544E9D4}" destId="{8FC35AB5-1911-4C3B-9C86-90916351F60D}" srcOrd="7" destOrd="0" presId="urn:microsoft.com/office/officeart/2018/2/layout/IconVerticalSolidList"/>
    <dgm:cxn modelId="{2B3AD282-3661-466B-95A1-142DB002F266}" type="presParOf" srcId="{7F4132FF-C2E5-49FA-8BD5-B02E1544E9D4}" destId="{935B4DC3-38E4-4662-A131-ADA310797855}" srcOrd="8" destOrd="0" presId="urn:microsoft.com/office/officeart/2018/2/layout/IconVerticalSolidList"/>
    <dgm:cxn modelId="{D588C270-BC2D-4E9A-B749-AEFBA05E3A7D}" type="presParOf" srcId="{935B4DC3-38E4-4662-A131-ADA310797855}" destId="{FD5BC00D-5304-4E2B-864F-5B5EFE0C9BBF}" srcOrd="0" destOrd="0" presId="urn:microsoft.com/office/officeart/2018/2/layout/IconVerticalSolidList"/>
    <dgm:cxn modelId="{E170A22B-96BA-49B3-993A-2BABDA08E98A}" type="presParOf" srcId="{935B4DC3-38E4-4662-A131-ADA310797855}" destId="{C6661BDF-0A3E-45E8-8820-DC15834FC24F}" srcOrd="1" destOrd="0" presId="urn:microsoft.com/office/officeart/2018/2/layout/IconVerticalSolidList"/>
    <dgm:cxn modelId="{395037E9-CDC1-4412-96D4-E555470B1BA8}" type="presParOf" srcId="{935B4DC3-38E4-4662-A131-ADA310797855}" destId="{CBBB9598-803C-42BE-B6A5-85AEE7C0E639}" srcOrd="2" destOrd="0" presId="urn:microsoft.com/office/officeart/2018/2/layout/IconVerticalSolidList"/>
    <dgm:cxn modelId="{31DF2661-F7A1-446F-A8DF-7BACB1F89074}" type="presParOf" srcId="{935B4DC3-38E4-4662-A131-ADA310797855}" destId="{418262CF-F451-4188-8FE3-7C28867E4F4B}" srcOrd="3" destOrd="0" presId="urn:microsoft.com/office/officeart/2018/2/layout/IconVerticalSolidList"/>
    <dgm:cxn modelId="{E0E5774F-1B76-4689-8054-1F0E0BBE6B5C}" type="presParOf" srcId="{935B4DC3-38E4-4662-A131-ADA310797855}" destId="{A850AD12-155D-4C36-B3EA-D584499A1690}" srcOrd="4" destOrd="0" presId="urn:microsoft.com/office/officeart/2018/2/layout/IconVerticalSolidList"/>
    <dgm:cxn modelId="{3B032532-CF6F-4850-9517-5E8115525CA1}" type="presParOf" srcId="{7F4132FF-C2E5-49FA-8BD5-B02E1544E9D4}" destId="{FE25E0FA-2B90-430F-AB8B-A1617B63EEA2}" srcOrd="9" destOrd="0" presId="urn:microsoft.com/office/officeart/2018/2/layout/IconVerticalSolidList"/>
    <dgm:cxn modelId="{381AECAE-628C-4E62-80FA-BC6956FA63BD}" type="presParOf" srcId="{7F4132FF-C2E5-49FA-8BD5-B02E1544E9D4}" destId="{94A8E111-7244-46B0-AD16-65D3BE7CD0AA}" srcOrd="10" destOrd="0" presId="urn:microsoft.com/office/officeart/2018/2/layout/IconVerticalSolidList"/>
    <dgm:cxn modelId="{D88E51B2-1C5B-4CE0-8352-BDDC2EFF328D}" type="presParOf" srcId="{94A8E111-7244-46B0-AD16-65D3BE7CD0AA}" destId="{F65B1572-8281-4041-BEAB-6ACA5F46659B}" srcOrd="0" destOrd="0" presId="urn:microsoft.com/office/officeart/2018/2/layout/IconVerticalSolidList"/>
    <dgm:cxn modelId="{6CBEC9F1-A704-4D62-BDBF-C721BF8D8DB1}" type="presParOf" srcId="{94A8E111-7244-46B0-AD16-65D3BE7CD0AA}" destId="{87E91608-8269-4F9F-AECD-A043C7C1767F}" srcOrd="1" destOrd="0" presId="urn:microsoft.com/office/officeart/2018/2/layout/IconVerticalSolidList"/>
    <dgm:cxn modelId="{F41CF525-C245-4CDA-A6DF-5232EEF18BB9}" type="presParOf" srcId="{94A8E111-7244-46B0-AD16-65D3BE7CD0AA}" destId="{86348B19-39DA-4DA5-A028-60420580DD63}" srcOrd="2" destOrd="0" presId="urn:microsoft.com/office/officeart/2018/2/layout/IconVerticalSolidList"/>
    <dgm:cxn modelId="{E3DBBEE8-9391-41D8-A2BF-D734672B64D8}" type="presParOf" srcId="{94A8E111-7244-46B0-AD16-65D3BE7CD0AA}" destId="{5ED56E6F-C5BB-45E8-8F17-E29BC30093FC}" srcOrd="3" destOrd="0" presId="urn:microsoft.com/office/officeart/2018/2/layout/IconVerticalSolidList"/>
    <dgm:cxn modelId="{3BCCFB11-08F8-465C-847E-0DFAF42555D3}" type="presParOf" srcId="{94A8E111-7244-46B0-AD16-65D3BE7CD0AA}" destId="{35CC739A-B60A-4A16-9338-3AD66CDC8A70}" srcOrd="4" destOrd="0" presId="urn:microsoft.com/office/officeart/2018/2/layout/IconVerticalSolidList"/>
    <dgm:cxn modelId="{C11E05CA-74D6-44F2-8358-49AC8E3EA507}" type="presParOf" srcId="{7F4132FF-C2E5-49FA-8BD5-B02E1544E9D4}" destId="{50D7D74C-EDDF-4D55-A88D-A56C2167C265}" srcOrd="11" destOrd="0" presId="urn:microsoft.com/office/officeart/2018/2/layout/IconVerticalSolidList"/>
    <dgm:cxn modelId="{1B16A563-1A2D-413D-AE96-CD8DC099DD1C}" type="presParOf" srcId="{7F4132FF-C2E5-49FA-8BD5-B02E1544E9D4}" destId="{92BC2F6E-8116-4946-8B44-5BA2CB276880}" srcOrd="12" destOrd="0" presId="urn:microsoft.com/office/officeart/2018/2/layout/IconVerticalSolidList"/>
    <dgm:cxn modelId="{D9EC0C20-4FF4-4E2D-86F3-3A52BC79B318}" type="presParOf" srcId="{92BC2F6E-8116-4946-8B44-5BA2CB276880}" destId="{2FD15275-61EC-4269-A81D-088E690B66FB}" srcOrd="0" destOrd="0" presId="urn:microsoft.com/office/officeart/2018/2/layout/IconVerticalSolidList"/>
    <dgm:cxn modelId="{7C17C168-A5A8-4C19-BD02-8A3F7BD8D44E}" type="presParOf" srcId="{92BC2F6E-8116-4946-8B44-5BA2CB276880}" destId="{A4579124-EBC9-4B3F-9ED1-533E256A3A30}" srcOrd="1" destOrd="0" presId="urn:microsoft.com/office/officeart/2018/2/layout/IconVerticalSolidList"/>
    <dgm:cxn modelId="{3459F989-86C6-4351-8333-B5109C54878A}" type="presParOf" srcId="{92BC2F6E-8116-4946-8B44-5BA2CB276880}" destId="{A6F91C09-890D-4282-AA10-57FD0AEA20A9}" srcOrd="2" destOrd="0" presId="urn:microsoft.com/office/officeart/2018/2/layout/IconVerticalSolidList"/>
    <dgm:cxn modelId="{2F603E83-AAE2-4480-A114-3F216998A891}" type="presParOf" srcId="{92BC2F6E-8116-4946-8B44-5BA2CB276880}" destId="{4ABFB6AB-C64C-42CA-B40B-C10075A7646C}" srcOrd="3" destOrd="0" presId="urn:microsoft.com/office/officeart/2018/2/layout/IconVerticalSolidList"/>
    <dgm:cxn modelId="{D779E8D6-C959-4AB3-A546-FA84634B5146}" type="presParOf" srcId="{92BC2F6E-8116-4946-8B44-5BA2CB276880}" destId="{95F01975-48F0-462A-A1C2-AF1A8402B461}" srcOrd="4" destOrd="0" presId="urn:microsoft.com/office/officeart/2018/2/layout/IconVerticalSolidList"/>
    <dgm:cxn modelId="{44A76177-ABB9-48A9-B1D0-E3CA5C479FBE}" type="presParOf" srcId="{7F4132FF-C2E5-49FA-8BD5-B02E1544E9D4}" destId="{FCA4200C-C31A-48F6-AE73-543E3F1A5C8E}" srcOrd="13" destOrd="0" presId="urn:microsoft.com/office/officeart/2018/2/layout/IconVerticalSolidList"/>
    <dgm:cxn modelId="{3E6B41DD-B778-4853-83D1-B3E77D6E4404}" type="presParOf" srcId="{7F4132FF-C2E5-49FA-8BD5-B02E1544E9D4}" destId="{1DB58FDB-2C21-4616-9B01-9726C4A58295}" srcOrd="14" destOrd="0" presId="urn:microsoft.com/office/officeart/2018/2/layout/IconVerticalSolidList"/>
    <dgm:cxn modelId="{80542C14-F83D-4375-8528-37CE01E4054C}" type="presParOf" srcId="{1DB58FDB-2C21-4616-9B01-9726C4A58295}" destId="{FC7DAFA7-FF6A-4362-BA76-A6BF7A9A6A8E}" srcOrd="0" destOrd="0" presId="urn:microsoft.com/office/officeart/2018/2/layout/IconVerticalSolidList"/>
    <dgm:cxn modelId="{38A1C81A-026D-472B-B61C-E96635066E0C}" type="presParOf" srcId="{1DB58FDB-2C21-4616-9B01-9726C4A58295}" destId="{2923704B-3865-47C2-9E07-DA55A40A2D9F}" srcOrd="1" destOrd="0" presId="urn:microsoft.com/office/officeart/2018/2/layout/IconVerticalSolidList"/>
    <dgm:cxn modelId="{977CEF84-0285-49A9-985E-DAF4B515D5CE}" type="presParOf" srcId="{1DB58FDB-2C21-4616-9B01-9726C4A58295}" destId="{C7BA5A1D-9F64-4296-AAEC-6238FC8D9ECE}" srcOrd="2" destOrd="0" presId="urn:microsoft.com/office/officeart/2018/2/layout/IconVerticalSolidList"/>
    <dgm:cxn modelId="{FF18A538-A8F4-44DD-81A4-D53B32B53693}" type="presParOf" srcId="{1DB58FDB-2C21-4616-9B01-9726C4A58295}" destId="{F13FFEED-BD90-46A8-92A2-602F6CA51079}" srcOrd="3" destOrd="0" presId="urn:microsoft.com/office/officeart/2018/2/layout/IconVerticalSolidList"/>
    <dgm:cxn modelId="{DBDFE362-8012-4458-9D6F-030D73475E07}" type="presParOf" srcId="{1DB58FDB-2C21-4616-9B01-9726C4A58295}" destId="{8A57A231-F678-4F54-BBDA-82C9A5EF90F4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50B871F-926C-4BB0-98FE-333D80E338D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IN"/>
        </a:p>
      </dgm:t>
    </dgm:pt>
    <dgm:pt modelId="{59169B99-D700-4931-9CDE-F8AD50604C2B}">
      <dgm:prSet phldrT="[Text]"/>
      <dgm:spPr/>
      <dgm:t>
        <a:bodyPr/>
        <a:lstStyle/>
        <a:p>
          <a:pPr>
            <a:defRPr cap="all"/>
          </a:pPr>
          <a:r>
            <a:rPr lang="en-US" b="1" i="0"/>
            <a:t>Data Sources</a:t>
          </a:r>
          <a:br>
            <a:rPr lang="en-US" b="0" i="0"/>
          </a:br>
          <a:r>
            <a:rPr lang="en-US" b="0" i="0"/>
            <a:t>• Reviews</a:t>
          </a:r>
          <a:br>
            <a:rPr lang="en-US" b="0" i="0"/>
          </a:br>
          <a:r>
            <a:rPr lang="en-US" b="0" i="0"/>
            <a:t>• Product Metadata</a:t>
          </a:r>
          <a:br>
            <a:rPr lang="en-US" b="0" i="0"/>
          </a:br>
          <a:r>
            <a:rPr lang="en-US" b="0" i="0"/>
            <a:t>• Research Papers</a:t>
          </a:r>
          <a:endParaRPr lang="en-IN"/>
        </a:p>
      </dgm:t>
    </dgm:pt>
    <dgm:pt modelId="{1200C924-B3DB-477B-937A-5F0A2AB097AA}" type="parTrans" cxnId="{143E57C2-E617-4C19-BE07-22617C12ED56}">
      <dgm:prSet/>
      <dgm:spPr/>
      <dgm:t>
        <a:bodyPr/>
        <a:lstStyle/>
        <a:p>
          <a:endParaRPr lang="en-IN"/>
        </a:p>
      </dgm:t>
    </dgm:pt>
    <dgm:pt modelId="{77B0B31C-08FD-44B2-9F3F-3CA8863B10D8}" type="sibTrans" cxnId="{143E57C2-E617-4C19-BE07-22617C12ED56}">
      <dgm:prSet/>
      <dgm:spPr/>
      <dgm:t>
        <a:bodyPr/>
        <a:lstStyle/>
        <a:p>
          <a:endParaRPr lang="en-IN"/>
        </a:p>
      </dgm:t>
    </dgm:pt>
    <dgm:pt modelId="{FAFA9FDE-90B8-4CBE-B76C-08052C5DC7A9}">
      <dgm:prSet/>
      <dgm:spPr/>
      <dgm:t>
        <a:bodyPr/>
        <a:lstStyle/>
        <a:p>
          <a:pPr>
            <a:defRPr cap="all"/>
          </a:pPr>
          <a:r>
            <a:rPr lang="en-IN" b="1" i="0"/>
            <a:t>Indexing &amp; Retrieval</a:t>
          </a:r>
          <a:br>
            <a:rPr lang="en-IN" b="0" i="0"/>
          </a:br>
          <a:r>
            <a:rPr lang="en-IN" b="0" i="0"/>
            <a:t>• BM25</a:t>
          </a:r>
          <a:br>
            <a:rPr lang="en-IN" b="0" i="0"/>
          </a:br>
          <a:r>
            <a:rPr lang="en-IN" b="0" i="0"/>
            <a:t>• Vector DB</a:t>
          </a:r>
          <a:br>
            <a:rPr lang="en-IN" b="0" i="0"/>
          </a:br>
          <a:r>
            <a:rPr lang="en-IN" b="0" i="0"/>
            <a:t>• Reranker</a:t>
          </a:r>
        </a:p>
      </dgm:t>
    </dgm:pt>
    <dgm:pt modelId="{72660632-7441-4B6E-9296-EA3DABB70627}" type="parTrans" cxnId="{C9FCC174-2A1A-4F88-9B19-BF50D5C22842}">
      <dgm:prSet/>
      <dgm:spPr/>
      <dgm:t>
        <a:bodyPr/>
        <a:lstStyle/>
        <a:p>
          <a:endParaRPr lang="en-IN"/>
        </a:p>
      </dgm:t>
    </dgm:pt>
    <dgm:pt modelId="{1911F7FF-7179-4A6A-81DD-9FC5598B04C0}" type="sibTrans" cxnId="{C9FCC174-2A1A-4F88-9B19-BF50D5C22842}">
      <dgm:prSet/>
      <dgm:spPr/>
      <dgm:t>
        <a:bodyPr/>
        <a:lstStyle/>
        <a:p>
          <a:endParaRPr lang="en-IN"/>
        </a:p>
      </dgm:t>
    </dgm:pt>
    <dgm:pt modelId="{D4F71DC3-EF2C-4222-809A-A14805175C20}">
      <dgm:prSet/>
      <dgm:spPr/>
      <dgm:t>
        <a:bodyPr/>
        <a:lstStyle/>
        <a:p>
          <a:pPr>
            <a:defRPr cap="all"/>
          </a:pPr>
          <a:r>
            <a:rPr lang="en-IN" b="1" i="0"/>
            <a:t>LLM Layer</a:t>
          </a:r>
          <a:br>
            <a:rPr lang="en-IN" b="0" i="0"/>
          </a:br>
          <a:r>
            <a:rPr lang="en-IN" b="0" i="0"/>
            <a:t>• Aspect Extraction</a:t>
          </a:r>
          <a:br>
            <a:rPr lang="en-IN" b="0" i="0"/>
          </a:br>
          <a:r>
            <a:rPr lang="en-IN" b="0" i="0"/>
            <a:t>• Sentiment Attribution</a:t>
          </a:r>
          <a:br>
            <a:rPr lang="en-IN" b="0" i="0"/>
          </a:br>
          <a:r>
            <a:rPr lang="en-IN" b="0" i="0"/>
            <a:t>• RAG Answerer</a:t>
          </a:r>
        </a:p>
      </dgm:t>
    </dgm:pt>
    <dgm:pt modelId="{FC2228BB-FC67-48F9-BDAA-C9632A1B3212}" type="parTrans" cxnId="{4979B6A0-524F-44D0-A637-221EBBDD2954}">
      <dgm:prSet/>
      <dgm:spPr/>
      <dgm:t>
        <a:bodyPr/>
        <a:lstStyle/>
        <a:p>
          <a:endParaRPr lang="en-IN"/>
        </a:p>
      </dgm:t>
    </dgm:pt>
    <dgm:pt modelId="{B8CF5703-2199-40A2-9ADC-DDBA74A2106D}" type="sibTrans" cxnId="{4979B6A0-524F-44D0-A637-221EBBDD2954}">
      <dgm:prSet/>
      <dgm:spPr/>
      <dgm:t>
        <a:bodyPr/>
        <a:lstStyle/>
        <a:p>
          <a:endParaRPr lang="en-IN"/>
        </a:p>
      </dgm:t>
    </dgm:pt>
    <dgm:pt modelId="{F36E7941-62C6-4199-9743-77A32FB93A96}">
      <dgm:prSet/>
      <dgm:spPr/>
      <dgm:t>
        <a:bodyPr/>
        <a:lstStyle/>
        <a:p>
          <a:pPr>
            <a:defRPr cap="all"/>
          </a:pPr>
          <a:r>
            <a:rPr lang="en-US" b="1" i="0"/>
            <a:t>Compliance &amp; QA</a:t>
          </a:r>
          <a:br>
            <a:rPr lang="en-US" b="0" i="0"/>
          </a:br>
          <a:r>
            <a:rPr lang="en-US" b="0" i="0"/>
            <a:t>• Compliance Checker</a:t>
          </a:r>
          <a:br>
            <a:rPr lang="en-US" b="0" i="0"/>
          </a:br>
          <a:r>
            <a:rPr lang="en-US" b="0" i="0"/>
            <a:t>• Faithfulness Evaluator</a:t>
          </a:r>
        </a:p>
      </dgm:t>
    </dgm:pt>
    <dgm:pt modelId="{A366B7A2-F7DF-41CC-9142-8DA5339FD9CA}" type="parTrans" cxnId="{6E4971CE-B015-42F3-B63D-2A9FF09FCBA2}">
      <dgm:prSet/>
      <dgm:spPr/>
      <dgm:t>
        <a:bodyPr/>
        <a:lstStyle/>
        <a:p>
          <a:endParaRPr lang="en-IN"/>
        </a:p>
      </dgm:t>
    </dgm:pt>
    <dgm:pt modelId="{75AEACFE-AD01-48D2-83C8-F27C6930D9A6}" type="sibTrans" cxnId="{6E4971CE-B015-42F3-B63D-2A9FF09FCBA2}">
      <dgm:prSet/>
      <dgm:spPr/>
      <dgm:t>
        <a:bodyPr/>
        <a:lstStyle/>
        <a:p>
          <a:endParaRPr lang="en-IN"/>
        </a:p>
      </dgm:t>
    </dgm:pt>
    <dgm:pt modelId="{A0F8E0B7-61D9-495D-B851-43E85026E0DB}">
      <dgm:prSet/>
      <dgm:spPr/>
      <dgm:t>
        <a:bodyPr/>
        <a:lstStyle/>
        <a:p>
          <a:pPr>
            <a:defRPr cap="all"/>
          </a:pPr>
          <a:r>
            <a:rPr lang="en-IN" b="1" i="0"/>
            <a:t>Ops</a:t>
          </a:r>
          <a:br>
            <a:rPr lang="en-IN" b="0" i="0"/>
          </a:br>
          <a:r>
            <a:rPr lang="en-IN" b="0" i="0"/>
            <a:t>• Monitoring</a:t>
          </a:r>
          <a:br>
            <a:rPr lang="en-IN" b="0" i="0"/>
          </a:br>
          <a:r>
            <a:rPr lang="en-IN" b="0" i="0"/>
            <a:t>• Redaction</a:t>
          </a:r>
        </a:p>
      </dgm:t>
    </dgm:pt>
    <dgm:pt modelId="{06C2D6D7-41FC-4E43-96E2-C061CB5ED81F}" type="parTrans" cxnId="{9BF95162-D08C-46AF-964E-63584C531555}">
      <dgm:prSet/>
      <dgm:spPr/>
      <dgm:t>
        <a:bodyPr/>
        <a:lstStyle/>
        <a:p>
          <a:endParaRPr lang="en-IN"/>
        </a:p>
      </dgm:t>
    </dgm:pt>
    <dgm:pt modelId="{4193851E-5ECF-43B9-A02C-AD1D326F4DA6}" type="sibTrans" cxnId="{9BF95162-D08C-46AF-964E-63584C531555}">
      <dgm:prSet/>
      <dgm:spPr/>
      <dgm:t>
        <a:bodyPr/>
        <a:lstStyle/>
        <a:p>
          <a:endParaRPr lang="en-IN"/>
        </a:p>
      </dgm:t>
    </dgm:pt>
    <dgm:pt modelId="{0AC21334-4E2B-41A5-9315-FD6FD7F9E6AF}" type="pres">
      <dgm:prSet presAssocID="{350B871F-926C-4BB0-98FE-333D80E338D0}" presName="root" presStyleCnt="0">
        <dgm:presLayoutVars>
          <dgm:dir/>
          <dgm:resizeHandles val="exact"/>
        </dgm:presLayoutVars>
      </dgm:prSet>
      <dgm:spPr/>
    </dgm:pt>
    <dgm:pt modelId="{F636BEEE-A891-426D-99DC-7BC017AAE2E7}" type="pres">
      <dgm:prSet presAssocID="{59169B99-D700-4931-9CDE-F8AD50604C2B}" presName="compNode" presStyleCnt="0"/>
      <dgm:spPr/>
    </dgm:pt>
    <dgm:pt modelId="{B5B0B541-B26B-4AE7-8039-2BD781B8C104}" type="pres">
      <dgm:prSet presAssocID="{59169B99-D700-4931-9CDE-F8AD50604C2B}" presName="iconBgRect" presStyleLbl="bgShp" presStyleIdx="0" presStyleCnt="5"/>
      <dgm:spPr/>
    </dgm:pt>
    <dgm:pt modelId="{916F70A1-1BD3-4B3E-A20C-07924103BCD8}" type="pres">
      <dgm:prSet presAssocID="{59169B99-D700-4931-9CDE-F8AD50604C2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F15FD6AA-8000-45B3-A0F0-5EDE04C4B21B}" type="pres">
      <dgm:prSet presAssocID="{59169B99-D700-4931-9CDE-F8AD50604C2B}" presName="spaceRect" presStyleCnt="0"/>
      <dgm:spPr/>
    </dgm:pt>
    <dgm:pt modelId="{2E93DC79-7A1D-43F2-B779-DA3B5E6B903A}" type="pres">
      <dgm:prSet presAssocID="{59169B99-D700-4931-9CDE-F8AD50604C2B}" presName="textRect" presStyleLbl="revTx" presStyleIdx="0" presStyleCnt="5">
        <dgm:presLayoutVars>
          <dgm:chMax val="1"/>
          <dgm:chPref val="1"/>
        </dgm:presLayoutVars>
      </dgm:prSet>
      <dgm:spPr/>
    </dgm:pt>
    <dgm:pt modelId="{07FB7F72-CCA5-4360-97EE-67473DD3EE91}" type="pres">
      <dgm:prSet presAssocID="{77B0B31C-08FD-44B2-9F3F-3CA8863B10D8}" presName="sibTrans" presStyleCnt="0"/>
      <dgm:spPr/>
    </dgm:pt>
    <dgm:pt modelId="{51771B44-57BB-4C3D-AEB7-9F86435EE9CA}" type="pres">
      <dgm:prSet presAssocID="{FAFA9FDE-90B8-4CBE-B76C-08052C5DC7A9}" presName="compNode" presStyleCnt="0"/>
      <dgm:spPr/>
    </dgm:pt>
    <dgm:pt modelId="{75C0F1DC-3BB0-4CD5-BD8C-5F458F9BFCDF}" type="pres">
      <dgm:prSet presAssocID="{FAFA9FDE-90B8-4CBE-B76C-08052C5DC7A9}" presName="iconBgRect" presStyleLbl="bgShp" presStyleIdx="1" presStyleCnt="5"/>
      <dgm:spPr/>
    </dgm:pt>
    <dgm:pt modelId="{E59130E9-2072-44D6-9851-0860D7B8A627}" type="pres">
      <dgm:prSet presAssocID="{FAFA9FDE-90B8-4CBE-B76C-08052C5DC7A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46C4CE0-39A8-44D8-BE4A-6D5D963A209F}" type="pres">
      <dgm:prSet presAssocID="{FAFA9FDE-90B8-4CBE-B76C-08052C5DC7A9}" presName="spaceRect" presStyleCnt="0"/>
      <dgm:spPr/>
    </dgm:pt>
    <dgm:pt modelId="{2FC99B9E-9416-4838-98F2-0C65CF994D7A}" type="pres">
      <dgm:prSet presAssocID="{FAFA9FDE-90B8-4CBE-B76C-08052C5DC7A9}" presName="textRect" presStyleLbl="revTx" presStyleIdx="1" presStyleCnt="5">
        <dgm:presLayoutVars>
          <dgm:chMax val="1"/>
          <dgm:chPref val="1"/>
        </dgm:presLayoutVars>
      </dgm:prSet>
      <dgm:spPr/>
    </dgm:pt>
    <dgm:pt modelId="{2D41065C-9940-4C19-A5A5-BA394D01D76D}" type="pres">
      <dgm:prSet presAssocID="{1911F7FF-7179-4A6A-81DD-9FC5598B04C0}" presName="sibTrans" presStyleCnt="0"/>
      <dgm:spPr/>
    </dgm:pt>
    <dgm:pt modelId="{1B3A611E-C65D-422D-849E-4DE9B380BA9A}" type="pres">
      <dgm:prSet presAssocID="{D4F71DC3-EF2C-4222-809A-A14805175C20}" presName="compNode" presStyleCnt="0"/>
      <dgm:spPr/>
    </dgm:pt>
    <dgm:pt modelId="{095F4398-1FD5-4ED0-9307-E5E69AE64261}" type="pres">
      <dgm:prSet presAssocID="{D4F71DC3-EF2C-4222-809A-A14805175C20}" presName="iconBgRect" presStyleLbl="bgShp" presStyleIdx="2" presStyleCnt="5"/>
      <dgm:spPr/>
    </dgm:pt>
    <dgm:pt modelId="{6428B74C-B86E-4A5B-BC4A-C1FB54F4C50E}" type="pres">
      <dgm:prSet presAssocID="{D4F71DC3-EF2C-4222-809A-A14805175C2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ctor"/>
        </a:ext>
      </dgm:extLst>
    </dgm:pt>
    <dgm:pt modelId="{0D6A2240-5BD0-49FF-8A4F-EE035E04D54F}" type="pres">
      <dgm:prSet presAssocID="{D4F71DC3-EF2C-4222-809A-A14805175C20}" presName="spaceRect" presStyleCnt="0"/>
      <dgm:spPr/>
    </dgm:pt>
    <dgm:pt modelId="{42494A71-042A-44A8-8CCD-EB43D33EB0E6}" type="pres">
      <dgm:prSet presAssocID="{D4F71DC3-EF2C-4222-809A-A14805175C20}" presName="textRect" presStyleLbl="revTx" presStyleIdx="2" presStyleCnt="5">
        <dgm:presLayoutVars>
          <dgm:chMax val="1"/>
          <dgm:chPref val="1"/>
        </dgm:presLayoutVars>
      </dgm:prSet>
      <dgm:spPr/>
    </dgm:pt>
    <dgm:pt modelId="{C281DF0E-B754-4308-BEED-6A6422509852}" type="pres">
      <dgm:prSet presAssocID="{B8CF5703-2199-40A2-9ADC-DDBA74A2106D}" presName="sibTrans" presStyleCnt="0"/>
      <dgm:spPr/>
    </dgm:pt>
    <dgm:pt modelId="{686EDE70-FA63-4147-9ABC-5215DC04DBAE}" type="pres">
      <dgm:prSet presAssocID="{F36E7941-62C6-4199-9743-77A32FB93A96}" presName="compNode" presStyleCnt="0"/>
      <dgm:spPr/>
    </dgm:pt>
    <dgm:pt modelId="{50692E62-EA42-4D91-B49B-51E89A47A3FE}" type="pres">
      <dgm:prSet presAssocID="{F36E7941-62C6-4199-9743-77A32FB93A96}" presName="iconBgRect" presStyleLbl="bgShp" presStyleIdx="3" presStyleCnt="5"/>
      <dgm:spPr/>
    </dgm:pt>
    <dgm:pt modelId="{CEF209BC-E9A2-47F8-9283-D36E1FCBCB5F}" type="pres">
      <dgm:prSet presAssocID="{F36E7941-62C6-4199-9743-77A32FB93A9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90541B33-6485-47CC-B3BA-B569CFDD6E7D}" type="pres">
      <dgm:prSet presAssocID="{F36E7941-62C6-4199-9743-77A32FB93A96}" presName="spaceRect" presStyleCnt="0"/>
      <dgm:spPr/>
    </dgm:pt>
    <dgm:pt modelId="{43718C89-9A72-4B90-A000-52418C5DE6A0}" type="pres">
      <dgm:prSet presAssocID="{F36E7941-62C6-4199-9743-77A32FB93A96}" presName="textRect" presStyleLbl="revTx" presStyleIdx="3" presStyleCnt="5">
        <dgm:presLayoutVars>
          <dgm:chMax val="1"/>
          <dgm:chPref val="1"/>
        </dgm:presLayoutVars>
      </dgm:prSet>
      <dgm:spPr/>
    </dgm:pt>
    <dgm:pt modelId="{53B5C9B6-0026-4F3B-AAF4-41D03790D98C}" type="pres">
      <dgm:prSet presAssocID="{75AEACFE-AD01-48D2-83C8-F27C6930D9A6}" presName="sibTrans" presStyleCnt="0"/>
      <dgm:spPr/>
    </dgm:pt>
    <dgm:pt modelId="{94546D34-CC1C-4A6C-A58B-06BCDE984976}" type="pres">
      <dgm:prSet presAssocID="{A0F8E0B7-61D9-495D-B851-43E85026E0DB}" presName="compNode" presStyleCnt="0"/>
      <dgm:spPr/>
    </dgm:pt>
    <dgm:pt modelId="{B8346EE9-C599-402F-A46F-A714768461AA}" type="pres">
      <dgm:prSet presAssocID="{A0F8E0B7-61D9-495D-B851-43E85026E0DB}" presName="iconBgRect" presStyleLbl="bgShp" presStyleIdx="4" presStyleCnt="5"/>
      <dgm:spPr/>
    </dgm:pt>
    <dgm:pt modelId="{7715B4C8-3D9F-448D-A79B-E1B9F6CE7857}" type="pres">
      <dgm:prSet presAssocID="{A0F8E0B7-61D9-495D-B851-43E85026E0D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5141D55-C7E4-4F88-BBF7-3F3214075113}" type="pres">
      <dgm:prSet presAssocID="{A0F8E0B7-61D9-495D-B851-43E85026E0DB}" presName="spaceRect" presStyleCnt="0"/>
      <dgm:spPr/>
    </dgm:pt>
    <dgm:pt modelId="{76BCBC8B-4B48-4164-B481-350507E80B88}" type="pres">
      <dgm:prSet presAssocID="{A0F8E0B7-61D9-495D-B851-43E85026E0D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BB6A138-850F-45D8-A576-E6CFF3EC1F37}" type="presOf" srcId="{350B871F-926C-4BB0-98FE-333D80E338D0}" destId="{0AC21334-4E2B-41A5-9315-FD6FD7F9E6AF}" srcOrd="0" destOrd="0" presId="urn:microsoft.com/office/officeart/2018/5/layout/IconCircleLabelList"/>
    <dgm:cxn modelId="{9BF95162-D08C-46AF-964E-63584C531555}" srcId="{350B871F-926C-4BB0-98FE-333D80E338D0}" destId="{A0F8E0B7-61D9-495D-B851-43E85026E0DB}" srcOrd="4" destOrd="0" parTransId="{06C2D6D7-41FC-4E43-96E2-C061CB5ED81F}" sibTransId="{4193851E-5ECF-43B9-A02C-AD1D326F4DA6}"/>
    <dgm:cxn modelId="{C9FCC174-2A1A-4F88-9B19-BF50D5C22842}" srcId="{350B871F-926C-4BB0-98FE-333D80E338D0}" destId="{FAFA9FDE-90B8-4CBE-B76C-08052C5DC7A9}" srcOrd="1" destOrd="0" parTransId="{72660632-7441-4B6E-9296-EA3DABB70627}" sibTransId="{1911F7FF-7179-4A6A-81DD-9FC5598B04C0}"/>
    <dgm:cxn modelId="{FBFF6681-7EF5-4EED-AEC8-5F696F017D08}" type="presOf" srcId="{FAFA9FDE-90B8-4CBE-B76C-08052C5DC7A9}" destId="{2FC99B9E-9416-4838-98F2-0C65CF994D7A}" srcOrd="0" destOrd="0" presId="urn:microsoft.com/office/officeart/2018/5/layout/IconCircleLabelList"/>
    <dgm:cxn modelId="{4979B6A0-524F-44D0-A637-221EBBDD2954}" srcId="{350B871F-926C-4BB0-98FE-333D80E338D0}" destId="{D4F71DC3-EF2C-4222-809A-A14805175C20}" srcOrd="2" destOrd="0" parTransId="{FC2228BB-FC67-48F9-BDAA-C9632A1B3212}" sibTransId="{B8CF5703-2199-40A2-9ADC-DDBA74A2106D}"/>
    <dgm:cxn modelId="{851109A4-E55D-4D4C-8F93-49227DB05AD5}" type="presOf" srcId="{D4F71DC3-EF2C-4222-809A-A14805175C20}" destId="{42494A71-042A-44A8-8CCD-EB43D33EB0E6}" srcOrd="0" destOrd="0" presId="urn:microsoft.com/office/officeart/2018/5/layout/IconCircleLabelList"/>
    <dgm:cxn modelId="{9803FAAE-20F7-473F-80C6-CC3D12755023}" type="presOf" srcId="{59169B99-D700-4931-9CDE-F8AD50604C2B}" destId="{2E93DC79-7A1D-43F2-B779-DA3B5E6B903A}" srcOrd="0" destOrd="0" presId="urn:microsoft.com/office/officeart/2018/5/layout/IconCircleLabelList"/>
    <dgm:cxn modelId="{143E57C2-E617-4C19-BE07-22617C12ED56}" srcId="{350B871F-926C-4BB0-98FE-333D80E338D0}" destId="{59169B99-D700-4931-9CDE-F8AD50604C2B}" srcOrd="0" destOrd="0" parTransId="{1200C924-B3DB-477B-937A-5F0A2AB097AA}" sibTransId="{77B0B31C-08FD-44B2-9F3F-3CA8863B10D8}"/>
    <dgm:cxn modelId="{6E4971CE-B015-42F3-B63D-2A9FF09FCBA2}" srcId="{350B871F-926C-4BB0-98FE-333D80E338D0}" destId="{F36E7941-62C6-4199-9743-77A32FB93A96}" srcOrd="3" destOrd="0" parTransId="{A366B7A2-F7DF-41CC-9142-8DA5339FD9CA}" sibTransId="{75AEACFE-AD01-48D2-83C8-F27C6930D9A6}"/>
    <dgm:cxn modelId="{A0C745E0-4596-44A8-A2E3-EDB8DE368C6F}" type="presOf" srcId="{F36E7941-62C6-4199-9743-77A32FB93A96}" destId="{43718C89-9A72-4B90-A000-52418C5DE6A0}" srcOrd="0" destOrd="0" presId="urn:microsoft.com/office/officeart/2018/5/layout/IconCircleLabelList"/>
    <dgm:cxn modelId="{332A6EFA-45F0-4371-8036-ACF92B95EA7A}" type="presOf" srcId="{A0F8E0B7-61D9-495D-B851-43E85026E0DB}" destId="{76BCBC8B-4B48-4164-B481-350507E80B88}" srcOrd="0" destOrd="0" presId="urn:microsoft.com/office/officeart/2018/5/layout/IconCircleLabelList"/>
    <dgm:cxn modelId="{685EBD56-D38B-4D5E-84AB-20C3F8548CF1}" type="presParOf" srcId="{0AC21334-4E2B-41A5-9315-FD6FD7F9E6AF}" destId="{F636BEEE-A891-426D-99DC-7BC017AAE2E7}" srcOrd="0" destOrd="0" presId="urn:microsoft.com/office/officeart/2018/5/layout/IconCircleLabelList"/>
    <dgm:cxn modelId="{464BDC51-9D0F-40C0-8D95-5DFDFEF10F1C}" type="presParOf" srcId="{F636BEEE-A891-426D-99DC-7BC017AAE2E7}" destId="{B5B0B541-B26B-4AE7-8039-2BD781B8C104}" srcOrd="0" destOrd="0" presId="urn:microsoft.com/office/officeart/2018/5/layout/IconCircleLabelList"/>
    <dgm:cxn modelId="{7E13E1BF-5519-4A59-825B-DB384FFF6FA4}" type="presParOf" srcId="{F636BEEE-A891-426D-99DC-7BC017AAE2E7}" destId="{916F70A1-1BD3-4B3E-A20C-07924103BCD8}" srcOrd="1" destOrd="0" presId="urn:microsoft.com/office/officeart/2018/5/layout/IconCircleLabelList"/>
    <dgm:cxn modelId="{2887E4D1-3052-4A93-B89F-B67D001A4FA0}" type="presParOf" srcId="{F636BEEE-A891-426D-99DC-7BC017AAE2E7}" destId="{F15FD6AA-8000-45B3-A0F0-5EDE04C4B21B}" srcOrd="2" destOrd="0" presId="urn:microsoft.com/office/officeart/2018/5/layout/IconCircleLabelList"/>
    <dgm:cxn modelId="{0B5DA324-6BAC-43CF-865A-1EEAC8E80783}" type="presParOf" srcId="{F636BEEE-A891-426D-99DC-7BC017AAE2E7}" destId="{2E93DC79-7A1D-43F2-B779-DA3B5E6B903A}" srcOrd="3" destOrd="0" presId="urn:microsoft.com/office/officeart/2018/5/layout/IconCircleLabelList"/>
    <dgm:cxn modelId="{AD0D93A9-1202-4953-9C5E-D0BAC1828611}" type="presParOf" srcId="{0AC21334-4E2B-41A5-9315-FD6FD7F9E6AF}" destId="{07FB7F72-CCA5-4360-97EE-67473DD3EE91}" srcOrd="1" destOrd="0" presId="urn:microsoft.com/office/officeart/2018/5/layout/IconCircleLabelList"/>
    <dgm:cxn modelId="{FD8E27AB-C1CA-4683-9330-8DEEEA24E974}" type="presParOf" srcId="{0AC21334-4E2B-41A5-9315-FD6FD7F9E6AF}" destId="{51771B44-57BB-4C3D-AEB7-9F86435EE9CA}" srcOrd="2" destOrd="0" presId="urn:microsoft.com/office/officeart/2018/5/layout/IconCircleLabelList"/>
    <dgm:cxn modelId="{DDC5FADE-16F4-43E7-BAF2-5C2FFB4270E9}" type="presParOf" srcId="{51771B44-57BB-4C3D-AEB7-9F86435EE9CA}" destId="{75C0F1DC-3BB0-4CD5-BD8C-5F458F9BFCDF}" srcOrd="0" destOrd="0" presId="urn:microsoft.com/office/officeart/2018/5/layout/IconCircleLabelList"/>
    <dgm:cxn modelId="{224483C6-5281-47BE-84DD-39CFB30676BC}" type="presParOf" srcId="{51771B44-57BB-4C3D-AEB7-9F86435EE9CA}" destId="{E59130E9-2072-44D6-9851-0860D7B8A627}" srcOrd="1" destOrd="0" presId="urn:microsoft.com/office/officeart/2018/5/layout/IconCircleLabelList"/>
    <dgm:cxn modelId="{E5F75224-698F-4571-A055-A61A690AC011}" type="presParOf" srcId="{51771B44-57BB-4C3D-AEB7-9F86435EE9CA}" destId="{746C4CE0-39A8-44D8-BE4A-6D5D963A209F}" srcOrd="2" destOrd="0" presId="urn:microsoft.com/office/officeart/2018/5/layout/IconCircleLabelList"/>
    <dgm:cxn modelId="{4E4DA7EC-36DC-46E0-B563-EFD4EEAF1666}" type="presParOf" srcId="{51771B44-57BB-4C3D-AEB7-9F86435EE9CA}" destId="{2FC99B9E-9416-4838-98F2-0C65CF994D7A}" srcOrd="3" destOrd="0" presId="urn:microsoft.com/office/officeart/2018/5/layout/IconCircleLabelList"/>
    <dgm:cxn modelId="{BBD05677-21A1-4CD5-AE39-3E5F54B168C5}" type="presParOf" srcId="{0AC21334-4E2B-41A5-9315-FD6FD7F9E6AF}" destId="{2D41065C-9940-4C19-A5A5-BA394D01D76D}" srcOrd="3" destOrd="0" presId="urn:microsoft.com/office/officeart/2018/5/layout/IconCircleLabelList"/>
    <dgm:cxn modelId="{7B5E571B-D31C-4844-8880-D552F1050EC9}" type="presParOf" srcId="{0AC21334-4E2B-41A5-9315-FD6FD7F9E6AF}" destId="{1B3A611E-C65D-422D-849E-4DE9B380BA9A}" srcOrd="4" destOrd="0" presId="urn:microsoft.com/office/officeart/2018/5/layout/IconCircleLabelList"/>
    <dgm:cxn modelId="{FD8E8A06-0127-4343-8868-6B664A9AE38F}" type="presParOf" srcId="{1B3A611E-C65D-422D-849E-4DE9B380BA9A}" destId="{095F4398-1FD5-4ED0-9307-E5E69AE64261}" srcOrd="0" destOrd="0" presId="urn:microsoft.com/office/officeart/2018/5/layout/IconCircleLabelList"/>
    <dgm:cxn modelId="{4DBC3FC9-612F-4DBA-9D82-4BBCF5E3F456}" type="presParOf" srcId="{1B3A611E-C65D-422D-849E-4DE9B380BA9A}" destId="{6428B74C-B86E-4A5B-BC4A-C1FB54F4C50E}" srcOrd="1" destOrd="0" presId="urn:microsoft.com/office/officeart/2018/5/layout/IconCircleLabelList"/>
    <dgm:cxn modelId="{707E8620-514C-4F8E-92FE-7BB4F442C720}" type="presParOf" srcId="{1B3A611E-C65D-422D-849E-4DE9B380BA9A}" destId="{0D6A2240-5BD0-49FF-8A4F-EE035E04D54F}" srcOrd="2" destOrd="0" presId="urn:microsoft.com/office/officeart/2018/5/layout/IconCircleLabelList"/>
    <dgm:cxn modelId="{270369F8-02D7-4151-8C53-FC8BD0A0E90A}" type="presParOf" srcId="{1B3A611E-C65D-422D-849E-4DE9B380BA9A}" destId="{42494A71-042A-44A8-8CCD-EB43D33EB0E6}" srcOrd="3" destOrd="0" presId="urn:microsoft.com/office/officeart/2018/5/layout/IconCircleLabelList"/>
    <dgm:cxn modelId="{689CDF5B-A8F9-425F-82BE-CCA5C5697D2D}" type="presParOf" srcId="{0AC21334-4E2B-41A5-9315-FD6FD7F9E6AF}" destId="{C281DF0E-B754-4308-BEED-6A6422509852}" srcOrd="5" destOrd="0" presId="urn:microsoft.com/office/officeart/2018/5/layout/IconCircleLabelList"/>
    <dgm:cxn modelId="{87B90E56-C2EE-4116-9576-FD18BC71CAF5}" type="presParOf" srcId="{0AC21334-4E2B-41A5-9315-FD6FD7F9E6AF}" destId="{686EDE70-FA63-4147-9ABC-5215DC04DBAE}" srcOrd="6" destOrd="0" presId="urn:microsoft.com/office/officeart/2018/5/layout/IconCircleLabelList"/>
    <dgm:cxn modelId="{A2255A46-6E3D-4F88-B62A-C40AAE80368A}" type="presParOf" srcId="{686EDE70-FA63-4147-9ABC-5215DC04DBAE}" destId="{50692E62-EA42-4D91-B49B-51E89A47A3FE}" srcOrd="0" destOrd="0" presId="urn:microsoft.com/office/officeart/2018/5/layout/IconCircleLabelList"/>
    <dgm:cxn modelId="{F06C64FE-42A1-47D4-86BD-CED0C182E08B}" type="presParOf" srcId="{686EDE70-FA63-4147-9ABC-5215DC04DBAE}" destId="{CEF209BC-E9A2-47F8-9283-D36E1FCBCB5F}" srcOrd="1" destOrd="0" presId="urn:microsoft.com/office/officeart/2018/5/layout/IconCircleLabelList"/>
    <dgm:cxn modelId="{A1D84D6A-845C-4506-8796-FCA0EBDFDF6D}" type="presParOf" srcId="{686EDE70-FA63-4147-9ABC-5215DC04DBAE}" destId="{90541B33-6485-47CC-B3BA-B569CFDD6E7D}" srcOrd="2" destOrd="0" presId="urn:microsoft.com/office/officeart/2018/5/layout/IconCircleLabelList"/>
    <dgm:cxn modelId="{26643AFC-8A15-4AE8-A832-B93878F1E393}" type="presParOf" srcId="{686EDE70-FA63-4147-9ABC-5215DC04DBAE}" destId="{43718C89-9A72-4B90-A000-52418C5DE6A0}" srcOrd="3" destOrd="0" presId="urn:microsoft.com/office/officeart/2018/5/layout/IconCircleLabelList"/>
    <dgm:cxn modelId="{07C867E6-360D-44E4-9A4B-A35F50AB64FB}" type="presParOf" srcId="{0AC21334-4E2B-41A5-9315-FD6FD7F9E6AF}" destId="{53B5C9B6-0026-4F3B-AAF4-41D03790D98C}" srcOrd="7" destOrd="0" presId="urn:microsoft.com/office/officeart/2018/5/layout/IconCircleLabelList"/>
    <dgm:cxn modelId="{06C0E0C7-F200-4A49-8E88-EF9DED8A4A45}" type="presParOf" srcId="{0AC21334-4E2B-41A5-9315-FD6FD7F9E6AF}" destId="{94546D34-CC1C-4A6C-A58B-06BCDE984976}" srcOrd="8" destOrd="0" presId="urn:microsoft.com/office/officeart/2018/5/layout/IconCircleLabelList"/>
    <dgm:cxn modelId="{84506433-28BE-444D-9A8E-56F4333804F0}" type="presParOf" srcId="{94546D34-CC1C-4A6C-A58B-06BCDE984976}" destId="{B8346EE9-C599-402F-A46F-A714768461AA}" srcOrd="0" destOrd="0" presId="urn:microsoft.com/office/officeart/2018/5/layout/IconCircleLabelList"/>
    <dgm:cxn modelId="{7EB113B2-B0CD-418C-8C12-A8B333390B11}" type="presParOf" srcId="{94546D34-CC1C-4A6C-A58B-06BCDE984976}" destId="{7715B4C8-3D9F-448D-A79B-E1B9F6CE7857}" srcOrd="1" destOrd="0" presId="urn:microsoft.com/office/officeart/2018/5/layout/IconCircleLabelList"/>
    <dgm:cxn modelId="{BD61114E-A15A-4D22-BB63-8D1FBAAAB512}" type="presParOf" srcId="{94546D34-CC1C-4A6C-A58B-06BCDE984976}" destId="{A5141D55-C7E4-4F88-BBF7-3F3214075113}" srcOrd="2" destOrd="0" presId="urn:microsoft.com/office/officeart/2018/5/layout/IconCircleLabelList"/>
    <dgm:cxn modelId="{B07F6B2B-D2D3-45DB-A81A-0F4AB8814DB4}" type="presParOf" srcId="{94546D34-CC1C-4A6C-A58B-06BCDE984976}" destId="{76BCBC8B-4B48-4164-B481-350507E80B8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A2E5D1-2940-4988-9F4E-30FBA60AC8E2}">
      <dsp:nvSpPr>
        <dsp:cNvPr id="0" name=""/>
        <dsp:cNvSpPr/>
      </dsp:nvSpPr>
      <dsp:spPr>
        <a:xfrm>
          <a:off x="0" y="124553"/>
          <a:ext cx="11835442" cy="737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i="0" kern="1200" dirty="0"/>
            <a:t>Problem Statement:</a:t>
          </a:r>
          <a:endParaRPr lang="en-IN" sz="3000" kern="1200" dirty="0"/>
        </a:p>
      </dsp:txBody>
      <dsp:txXfrm>
        <a:off x="35982" y="160535"/>
        <a:ext cx="11763478" cy="665135"/>
      </dsp:txXfrm>
    </dsp:sp>
    <dsp:sp modelId="{29BD2AC9-6A55-49FE-A011-9A61DAE8B15E}">
      <dsp:nvSpPr>
        <dsp:cNvPr id="0" name=""/>
        <dsp:cNvSpPr/>
      </dsp:nvSpPr>
      <dsp:spPr>
        <a:xfrm>
          <a:off x="0" y="861653"/>
          <a:ext cx="11835442" cy="1055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775" tIns="38100" rIns="213360" bIns="38100" numCol="1" spcCol="1270" anchor="t" anchorCtr="0">
          <a:noAutofit/>
        </a:bodyPr>
        <a:lstStyle/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2300" b="0" i="0" kern="1200" dirty="0"/>
            <a:t> The goal of this exercise is to develop a </a:t>
          </a:r>
          <a:r>
            <a:rPr lang="en-US" sz="2300" b="1" i="0" kern="1200" dirty="0"/>
            <a:t>comprehensive Sentiment Analysis framework</a:t>
          </a:r>
          <a:r>
            <a:rPr lang="en-US" sz="2300" b="0" i="0" kern="1200" dirty="0"/>
            <a:t> that leverages diverse data sources to extract actionable insights about products in the </a:t>
          </a:r>
          <a:r>
            <a:rPr lang="en-US" sz="2300" b="1" i="0" kern="1200" dirty="0"/>
            <a:t>food and nutrition industry</a:t>
          </a:r>
          <a:r>
            <a:rPr lang="en-US" sz="2300" b="0" i="0" kern="1200" dirty="0"/>
            <a:t>. </a:t>
          </a:r>
        </a:p>
      </dsp:txBody>
      <dsp:txXfrm>
        <a:off x="0" y="861653"/>
        <a:ext cx="11835442" cy="1055700"/>
      </dsp:txXfrm>
    </dsp:sp>
    <dsp:sp modelId="{AC4683DC-499C-42C0-8F26-B856F008B39D}">
      <dsp:nvSpPr>
        <dsp:cNvPr id="0" name=""/>
        <dsp:cNvSpPr/>
      </dsp:nvSpPr>
      <dsp:spPr>
        <a:xfrm>
          <a:off x="0" y="1917353"/>
          <a:ext cx="11835442" cy="737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The solution aims to address the following challenges:</a:t>
          </a:r>
        </a:p>
      </dsp:txBody>
      <dsp:txXfrm>
        <a:off x="35982" y="1953335"/>
        <a:ext cx="11763478" cy="665135"/>
      </dsp:txXfrm>
    </dsp:sp>
    <dsp:sp modelId="{8922C7AF-3302-4ADC-9506-AF33C4FCD7FF}">
      <dsp:nvSpPr>
        <dsp:cNvPr id="0" name=""/>
        <dsp:cNvSpPr/>
      </dsp:nvSpPr>
      <dsp:spPr>
        <a:xfrm>
          <a:off x="0" y="2654453"/>
          <a:ext cx="11835442" cy="279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775" tIns="38100" rIns="213360" bIns="38100" numCol="1" spcCol="1270" anchor="t" anchorCtr="0">
          <a:noAutofit/>
        </a:bodyPr>
        <a:lstStyle/>
        <a:p>
          <a:pPr marL="228600" lvl="1" indent="-228600" algn="just" defTabSz="1022350">
            <a:lnSpc>
              <a:spcPct val="100000"/>
            </a:lnSpc>
            <a:spcBef>
              <a:spcPct val="0"/>
            </a:spcBef>
            <a:spcAft>
              <a:spcPct val="20000"/>
            </a:spcAft>
            <a:buFont typeface="Wingdings" panose="05000000000000000000" pitchFamily="2" charset="2"/>
            <a:buChar char="Ø"/>
          </a:pPr>
          <a:r>
            <a:rPr lang="en-US" sz="2300" b="0" i="0" kern="1200" dirty="0"/>
            <a:t>To analyze customer feedback and social media interactions about food and nutrition products to:</a:t>
          </a:r>
        </a:p>
        <a:p>
          <a:pPr marL="228600" lvl="1" indent="-228600" algn="l" defTabSz="1022350">
            <a:lnSpc>
              <a:spcPct val="10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300" b="0" i="0" kern="1200" dirty="0"/>
            <a:t>Identify </a:t>
          </a:r>
          <a:r>
            <a:rPr lang="en-US" sz="2300" b="1" i="0" kern="1200" dirty="0"/>
            <a:t>key aspects</a:t>
          </a:r>
          <a:r>
            <a:rPr lang="en-US" sz="2300" b="0" i="0" kern="1200" dirty="0"/>
            <a:t> (e.g., taste, packaging, affordability, health benefits) mentioned in user-generated content.</a:t>
          </a:r>
        </a:p>
        <a:p>
          <a:pPr marL="228600" lvl="1" indent="-228600" algn="l" defTabSz="1022350">
            <a:lnSpc>
              <a:spcPct val="10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300" b="0" i="0" kern="1200" dirty="0"/>
            <a:t>Determine the </a:t>
          </a:r>
          <a:r>
            <a:rPr lang="en-US" sz="2300" b="1" i="0" kern="1200" dirty="0"/>
            <a:t>sentiment</a:t>
          </a:r>
          <a:r>
            <a:rPr lang="en-US" sz="2300" b="0" i="0" kern="1200" dirty="0"/>
            <a:t> (positive, neutral, or negative) associated with each aspect.</a:t>
          </a:r>
        </a:p>
        <a:p>
          <a:pPr marL="228600" lvl="1" indent="-228600" algn="l" defTabSz="1022350">
            <a:lnSpc>
              <a:spcPct val="10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sz="2300" b="0" i="0" kern="1200" dirty="0"/>
            <a:t>Enrich the analysis with </a:t>
          </a:r>
          <a:r>
            <a:rPr lang="en-US" sz="2300" b="1" i="0" kern="1200" dirty="0"/>
            <a:t>product metadata</a:t>
          </a:r>
          <a:r>
            <a:rPr lang="en-US" sz="2300" b="0" i="0" kern="1200" dirty="0"/>
            <a:t> (e.g., categories, ingredients) to provide deeper insights into customer preferences and concerns.</a:t>
          </a:r>
        </a:p>
      </dsp:txBody>
      <dsp:txXfrm>
        <a:off x="0" y="2654453"/>
        <a:ext cx="11835442" cy="2794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85EF69-E166-493C-89B4-550F433B53A8}">
      <dsp:nvSpPr>
        <dsp:cNvPr id="0" name=""/>
        <dsp:cNvSpPr/>
      </dsp:nvSpPr>
      <dsp:spPr>
        <a:xfrm>
          <a:off x="0" y="0"/>
          <a:ext cx="11317035" cy="2583682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647918-5049-4073-A2E4-48FBC8B5EC43}">
      <dsp:nvSpPr>
        <dsp:cNvPr id="0" name=""/>
        <dsp:cNvSpPr/>
      </dsp:nvSpPr>
      <dsp:spPr>
        <a:xfrm>
          <a:off x="340809" y="344491"/>
          <a:ext cx="5064483" cy="189470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10000" b="-10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865307-70D1-4FE0-82F7-446D4C8AA997}">
      <dsp:nvSpPr>
        <dsp:cNvPr id="0" name=""/>
        <dsp:cNvSpPr/>
      </dsp:nvSpPr>
      <dsp:spPr>
        <a:xfrm rot="10800000">
          <a:off x="340809" y="2583682"/>
          <a:ext cx="5064483" cy="315783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i="0" kern="1200"/>
            <a:t>Product Metadata</a:t>
          </a:r>
          <a:r>
            <a:rPr lang="en-IN" sz="2100" b="0" i="0" kern="1200"/>
            <a:t>:</a:t>
          </a:r>
          <a:endParaRPr lang="en-IN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b="0" i="0" kern="1200" dirty="0"/>
            <a:t>Internal data about products, including: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1600" b="0" i="0" kern="1200"/>
            <a:t>Product ID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1600" b="0" i="0" kern="1200"/>
            <a:t>Product Name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b="0" i="0" kern="1200"/>
            <a:t>Category (e.g., Nutrition, Food)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b="0" i="0" kern="1200"/>
            <a:t>Ingredients (e.g., Whey Protein, Almonds, DHA)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b="0" i="0" kern="1200"/>
            <a:t>This metadata provides context for analyzing customer feedback and allows grouping by product characteristics, such as nutritional content or food type.</a:t>
          </a:r>
        </a:p>
      </dsp:txBody>
      <dsp:txXfrm rot="10800000">
        <a:off x="437923" y="2583682"/>
        <a:ext cx="4870255" cy="3060720"/>
      </dsp:txXfrm>
    </dsp:sp>
    <dsp:sp modelId="{802AAFA1-0288-4DDE-AA23-B1C7D75993BD}">
      <dsp:nvSpPr>
        <dsp:cNvPr id="0" name=""/>
        <dsp:cNvSpPr/>
      </dsp:nvSpPr>
      <dsp:spPr>
        <a:xfrm>
          <a:off x="5911741" y="344491"/>
          <a:ext cx="5064483" cy="1894700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12000" b="-12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63218F-B28E-42E1-A246-7C9C10A5D229}">
      <dsp:nvSpPr>
        <dsp:cNvPr id="0" name=""/>
        <dsp:cNvSpPr/>
      </dsp:nvSpPr>
      <dsp:spPr>
        <a:xfrm rot="10800000">
          <a:off x="5911741" y="2583682"/>
          <a:ext cx="5064483" cy="3157834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2100" b="1" i="0" kern="1200"/>
            <a:t>Product Reviews</a:t>
          </a:r>
          <a:r>
            <a:rPr lang="en-IN" sz="2100" b="0" i="0" kern="1200"/>
            <a:t>: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b="0" i="0" kern="1200"/>
            <a:t>Web-scraped reviews from e-commerce platforms or other sources.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b="0" i="0" kern="1200"/>
            <a:t>Example: "The protein bar is tasty but a bit expensive."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1600" b="0" i="0" kern="1200"/>
            <a:t>Reviews are a rich source of </a:t>
          </a:r>
          <a:r>
            <a:rPr lang="en-US" sz="1600" b="1" i="0" kern="1200"/>
            <a:t>direct customer feedback</a:t>
          </a:r>
          <a:r>
            <a:rPr lang="en-US" sz="1600" b="0" i="0" kern="1200"/>
            <a:t>, often focusing on specific product features.</a:t>
          </a:r>
        </a:p>
      </dsp:txBody>
      <dsp:txXfrm rot="10800000">
        <a:off x="6008855" y="2583682"/>
        <a:ext cx="4870255" cy="30607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FE3D54-F5F8-4B95-A5C9-D0F275819ECA}">
      <dsp:nvSpPr>
        <dsp:cNvPr id="0" name=""/>
        <dsp:cNvSpPr/>
      </dsp:nvSpPr>
      <dsp:spPr>
        <a:xfrm>
          <a:off x="2529233" y="1337529"/>
          <a:ext cx="5509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099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790190" y="1380341"/>
        <a:ext cx="29079" cy="5815"/>
      </dsp:txXfrm>
    </dsp:sp>
    <dsp:sp modelId="{E347B811-AF3D-4581-B644-B8C5AFDC4AED}">
      <dsp:nvSpPr>
        <dsp:cNvPr id="0" name=""/>
        <dsp:cNvSpPr/>
      </dsp:nvSpPr>
      <dsp:spPr>
        <a:xfrm>
          <a:off x="2360" y="624647"/>
          <a:ext cx="2528672" cy="15172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Data Collection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Internal Metadata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Web-Scraped Product Reviews</a:t>
          </a:r>
        </a:p>
      </dsp:txBody>
      <dsp:txXfrm>
        <a:off x="2360" y="624647"/>
        <a:ext cx="2528672" cy="1517203"/>
      </dsp:txXfrm>
    </dsp:sp>
    <dsp:sp modelId="{D593A8C9-5953-4507-A207-278AEE39A847}">
      <dsp:nvSpPr>
        <dsp:cNvPr id="0" name=""/>
        <dsp:cNvSpPr/>
      </dsp:nvSpPr>
      <dsp:spPr>
        <a:xfrm>
          <a:off x="5639500" y="1337529"/>
          <a:ext cx="5509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099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900457" y="1380341"/>
        <a:ext cx="29079" cy="5815"/>
      </dsp:txXfrm>
    </dsp:sp>
    <dsp:sp modelId="{F375E9B7-09C3-4C44-B479-4CBE86D74647}">
      <dsp:nvSpPr>
        <dsp:cNvPr id="0" name=""/>
        <dsp:cNvSpPr/>
      </dsp:nvSpPr>
      <dsp:spPr>
        <a:xfrm>
          <a:off x="3112627" y="624647"/>
          <a:ext cx="2528672" cy="15172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Data Preprocessing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Text Cleaning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Date Formatting</a:t>
          </a:r>
        </a:p>
      </dsp:txBody>
      <dsp:txXfrm>
        <a:off x="3112627" y="624647"/>
        <a:ext cx="2528672" cy="1517203"/>
      </dsp:txXfrm>
    </dsp:sp>
    <dsp:sp modelId="{854404B0-23C0-4E6C-96E2-0A7EB1D0C11F}">
      <dsp:nvSpPr>
        <dsp:cNvPr id="0" name=""/>
        <dsp:cNvSpPr/>
      </dsp:nvSpPr>
      <dsp:spPr>
        <a:xfrm>
          <a:off x="8749767" y="1337529"/>
          <a:ext cx="5509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099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9010724" y="1380341"/>
        <a:ext cx="29079" cy="5815"/>
      </dsp:txXfrm>
    </dsp:sp>
    <dsp:sp modelId="{7D9A38FB-4B03-4B45-8957-A20C4F9577B3}">
      <dsp:nvSpPr>
        <dsp:cNvPr id="0" name=""/>
        <dsp:cNvSpPr/>
      </dsp:nvSpPr>
      <dsp:spPr>
        <a:xfrm>
          <a:off x="6222894" y="624647"/>
          <a:ext cx="2528672" cy="15172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Aspect-Based Sentiment Analysis (ABSA)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Prompt Generation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Model Execution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Error Handling</a:t>
          </a:r>
        </a:p>
      </dsp:txBody>
      <dsp:txXfrm>
        <a:off x="6222894" y="624647"/>
        <a:ext cx="2528672" cy="1517203"/>
      </dsp:txXfrm>
    </dsp:sp>
    <dsp:sp modelId="{66E4C3B2-15A4-4456-933D-44F9C5A8F6B7}">
      <dsp:nvSpPr>
        <dsp:cNvPr id="0" name=""/>
        <dsp:cNvSpPr/>
      </dsp:nvSpPr>
      <dsp:spPr>
        <a:xfrm>
          <a:off x="1266696" y="2140051"/>
          <a:ext cx="9330801" cy="550994"/>
        </a:xfrm>
        <a:custGeom>
          <a:avLst/>
          <a:gdLst/>
          <a:ahLst/>
          <a:cxnLst/>
          <a:rect l="0" t="0" r="0" b="0"/>
          <a:pathLst>
            <a:path>
              <a:moveTo>
                <a:pt x="9330801" y="0"/>
              </a:moveTo>
              <a:lnTo>
                <a:pt x="9330801" y="292597"/>
              </a:lnTo>
              <a:lnTo>
                <a:pt x="0" y="292597"/>
              </a:lnTo>
              <a:lnTo>
                <a:pt x="0" y="55099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698374" y="2412640"/>
        <a:ext cx="467445" cy="5815"/>
      </dsp:txXfrm>
    </dsp:sp>
    <dsp:sp modelId="{65D7B267-4C79-4D19-9F26-F777612E31F7}">
      <dsp:nvSpPr>
        <dsp:cNvPr id="0" name=""/>
        <dsp:cNvSpPr/>
      </dsp:nvSpPr>
      <dsp:spPr>
        <a:xfrm>
          <a:off x="9333161" y="624647"/>
          <a:ext cx="2528672" cy="15172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Data Analysis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Sentiment Trend Analysis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Aspect Co-occurrence Analysis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Aspect Importance Scoring</a:t>
          </a:r>
        </a:p>
      </dsp:txBody>
      <dsp:txXfrm>
        <a:off x="9333161" y="624647"/>
        <a:ext cx="2528672" cy="1517203"/>
      </dsp:txXfrm>
    </dsp:sp>
    <dsp:sp modelId="{272747A0-817C-4774-B0BE-163E7B5B20B0}">
      <dsp:nvSpPr>
        <dsp:cNvPr id="0" name=""/>
        <dsp:cNvSpPr/>
      </dsp:nvSpPr>
      <dsp:spPr>
        <a:xfrm>
          <a:off x="2529233" y="3436327"/>
          <a:ext cx="5509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099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790190" y="3479139"/>
        <a:ext cx="29079" cy="5815"/>
      </dsp:txXfrm>
    </dsp:sp>
    <dsp:sp modelId="{6DE9CE2C-C3D3-4616-8854-102E8B30EA54}">
      <dsp:nvSpPr>
        <dsp:cNvPr id="0" name=""/>
        <dsp:cNvSpPr/>
      </dsp:nvSpPr>
      <dsp:spPr>
        <a:xfrm>
          <a:off x="2360" y="2723445"/>
          <a:ext cx="2528672" cy="15172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Visualization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Sentiment Trend Analysis Plot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Aspect Co-occurrence Heatmap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Aspect Importance Bar Chart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Product Comparison Dashboard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Sentiment-Specific Word Clouds</a:t>
          </a:r>
        </a:p>
      </dsp:txBody>
      <dsp:txXfrm>
        <a:off x="2360" y="2723445"/>
        <a:ext cx="2528672" cy="1517203"/>
      </dsp:txXfrm>
    </dsp:sp>
    <dsp:sp modelId="{CB29713E-7241-4376-86B4-7CC6A68F40C9}">
      <dsp:nvSpPr>
        <dsp:cNvPr id="0" name=""/>
        <dsp:cNvSpPr/>
      </dsp:nvSpPr>
      <dsp:spPr>
        <a:xfrm>
          <a:off x="5639500" y="3436327"/>
          <a:ext cx="5509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099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900457" y="3479139"/>
        <a:ext cx="29079" cy="5815"/>
      </dsp:txXfrm>
    </dsp:sp>
    <dsp:sp modelId="{4276C266-5C0E-4D51-A400-32018F856E1B}">
      <dsp:nvSpPr>
        <dsp:cNvPr id="0" name=""/>
        <dsp:cNvSpPr/>
      </dsp:nvSpPr>
      <dsp:spPr>
        <a:xfrm>
          <a:off x="3112627" y="2723445"/>
          <a:ext cx="2528672" cy="15172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Reporting and Recommendations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Generate Reports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Recommendations</a:t>
          </a:r>
        </a:p>
      </dsp:txBody>
      <dsp:txXfrm>
        <a:off x="3112627" y="2723445"/>
        <a:ext cx="2528672" cy="1517203"/>
      </dsp:txXfrm>
    </dsp:sp>
    <dsp:sp modelId="{423D739C-7901-45B0-B8EC-83FB8C58E36E}">
      <dsp:nvSpPr>
        <dsp:cNvPr id="0" name=""/>
        <dsp:cNvSpPr/>
      </dsp:nvSpPr>
      <dsp:spPr>
        <a:xfrm>
          <a:off x="8749767" y="3436327"/>
          <a:ext cx="55099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5099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9010724" y="3479139"/>
        <a:ext cx="29079" cy="5815"/>
      </dsp:txXfrm>
    </dsp:sp>
    <dsp:sp modelId="{855AEDC3-F4CB-453C-A7E8-339878D826B5}">
      <dsp:nvSpPr>
        <dsp:cNvPr id="0" name=""/>
        <dsp:cNvSpPr/>
      </dsp:nvSpPr>
      <dsp:spPr>
        <a:xfrm>
          <a:off x="6222894" y="2723445"/>
          <a:ext cx="2528672" cy="15172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Deployment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Automate Data Collection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Integrate with Business Systems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Monitor and Update</a:t>
          </a:r>
        </a:p>
      </dsp:txBody>
      <dsp:txXfrm>
        <a:off x="6222894" y="2723445"/>
        <a:ext cx="2528672" cy="1517203"/>
      </dsp:txXfrm>
    </dsp:sp>
    <dsp:sp modelId="{6F468C04-12E9-46A7-B2A0-94B295909616}">
      <dsp:nvSpPr>
        <dsp:cNvPr id="0" name=""/>
        <dsp:cNvSpPr/>
      </dsp:nvSpPr>
      <dsp:spPr>
        <a:xfrm>
          <a:off x="9333161" y="2723445"/>
          <a:ext cx="2528672" cy="15172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Feedback Loop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User Feedback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Model Fine-Tuning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Expand Scope</a:t>
          </a:r>
        </a:p>
      </dsp:txBody>
      <dsp:txXfrm>
        <a:off x="9333161" y="2723445"/>
        <a:ext cx="2528672" cy="15172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2571F5-8646-4AE2-BDC0-19E35F7331CC}">
      <dsp:nvSpPr>
        <dsp:cNvPr id="0" name=""/>
        <dsp:cNvSpPr/>
      </dsp:nvSpPr>
      <dsp:spPr>
        <a:xfrm>
          <a:off x="3031" y="299097"/>
          <a:ext cx="1298980" cy="501406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EC784C-FC7B-4570-B432-973CFE5DF298}">
      <dsp:nvSpPr>
        <dsp:cNvPr id="0" name=""/>
        <dsp:cNvSpPr/>
      </dsp:nvSpPr>
      <dsp:spPr>
        <a:xfrm>
          <a:off x="349425" y="424448"/>
          <a:ext cx="1096916" cy="501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Data Collection</a:t>
          </a:r>
        </a:p>
      </dsp:txBody>
      <dsp:txXfrm>
        <a:off x="364111" y="439134"/>
        <a:ext cx="1067544" cy="472034"/>
      </dsp:txXfrm>
    </dsp:sp>
    <dsp:sp modelId="{580187B6-337E-4D7B-A984-7E01EB214B05}">
      <dsp:nvSpPr>
        <dsp:cNvPr id="0" name=""/>
        <dsp:cNvSpPr/>
      </dsp:nvSpPr>
      <dsp:spPr>
        <a:xfrm>
          <a:off x="1486755" y="299097"/>
          <a:ext cx="1298980" cy="501406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CD22AB-A615-4DE8-BB25-64F45F77AC30}">
      <dsp:nvSpPr>
        <dsp:cNvPr id="0" name=""/>
        <dsp:cNvSpPr/>
      </dsp:nvSpPr>
      <dsp:spPr>
        <a:xfrm>
          <a:off x="1833149" y="424448"/>
          <a:ext cx="1096916" cy="501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Data Preprocessing</a:t>
          </a:r>
        </a:p>
      </dsp:txBody>
      <dsp:txXfrm>
        <a:off x="1847835" y="439134"/>
        <a:ext cx="1067544" cy="472034"/>
      </dsp:txXfrm>
    </dsp:sp>
    <dsp:sp modelId="{483C7F8E-E139-4625-ADBA-11C06CD3617B}">
      <dsp:nvSpPr>
        <dsp:cNvPr id="0" name=""/>
        <dsp:cNvSpPr/>
      </dsp:nvSpPr>
      <dsp:spPr>
        <a:xfrm>
          <a:off x="2970479" y="299097"/>
          <a:ext cx="1298980" cy="501406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06F877-B1CF-4DF9-AF67-04BC0E8BDD24}">
      <dsp:nvSpPr>
        <dsp:cNvPr id="0" name=""/>
        <dsp:cNvSpPr/>
      </dsp:nvSpPr>
      <dsp:spPr>
        <a:xfrm>
          <a:off x="3316873" y="424448"/>
          <a:ext cx="1096916" cy="501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Aspect-Based Sentiment Analysis</a:t>
          </a:r>
        </a:p>
      </dsp:txBody>
      <dsp:txXfrm>
        <a:off x="3331559" y="439134"/>
        <a:ext cx="1067544" cy="472034"/>
      </dsp:txXfrm>
    </dsp:sp>
    <dsp:sp modelId="{EE4DC345-7CF0-4DC7-A8DD-6A618F456589}">
      <dsp:nvSpPr>
        <dsp:cNvPr id="0" name=""/>
        <dsp:cNvSpPr/>
      </dsp:nvSpPr>
      <dsp:spPr>
        <a:xfrm>
          <a:off x="4454203" y="299097"/>
          <a:ext cx="1298980" cy="501406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ADDCD9-84AD-41F3-985F-27F8B4378EB4}">
      <dsp:nvSpPr>
        <dsp:cNvPr id="0" name=""/>
        <dsp:cNvSpPr/>
      </dsp:nvSpPr>
      <dsp:spPr>
        <a:xfrm>
          <a:off x="4800598" y="424448"/>
          <a:ext cx="1096916" cy="501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Data Analysis</a:t>
          </a:r>
        </a:p>
      </dsp:txBody>
      <dsp:txXfrm>
        <a:off x="4815284" y="439134"/>
        <a:ext cx="1067544" cy="472034"/>
      </dsp:txXfrm>
    </dsp:sp>
    <dsp:sp modelId="{48A52855-407C-4AD5-8249-403B361E43EA}">
      <dsp:nvSpPr>
        <dsp:cNvPr id="0" name=""/>
        <dsp:cNvSpPr/>
      </dsp:nvSpPr>
      <dsp:spPr>
        <a:xfrm>
          <a:off x="5937927" y="299097"/>
          <a:ext cx="1298980" cy="501406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D77D2D-8B7C-4D95-A0B5-62B0FBE1553B}">
      <dsp:nvSpPr>
        <dsp:cNvPr id="0" name=""/>
        <dsp:cNvSpPr/>
      </dsp:nvSpPr>
      <dsp:spPr>
        <a:xfrm>
          <a:off x="6284322" y="424448"/>
          <a:ext cx="1096916" cy="501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Visualization</a:t>
          </a:r>
        </a:p>
      </dsp:txBody>
      <dsp:txXfrm>
        <a:off x="6299008" y="439134"/>
        <a:ext cx="1067544" cy="472034"/>
      </dsp:txXfrm>
    </dsp:sp>
    <dsp:sp modelId="{6254F227-9AA2-4785-8C23-52754AF7EC9B}">
      <dsp:nvSpPr>
        <dsp:cNvPr id="0" name=""/>
        <dsp:cNvSpPr/>
      </dsp:nvSpPr>
      <dsp:spPr>
        <a:xfrm>
          <a:off x="7421651" y="299097"/>
          <a:ext cx="1298980" cy="501406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43CEF6-17DE-41C2-AB8F-3C6683056FD9}">
      <dsp:nvSpPr>
        <dsp:cNvPr id="0" name=""/>
        <dsp:cNvSpPr/>
      </dsp:nvSpPr>
      <dsp:spPr>
        <a:xfrm>
          <a:off x="7768046" y="424448"/>
          <a:ext cx="1096916" cy="501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Reporting and Recommendations</a:t>
          </a:r>
        </a:p>
      </dsp:txBody>
      <dsp:txXfrm>
        <a:off x="7782732" y="439134"/>
        <a:ext cx="1067544" cy="472034"/>
      </dsp:txXfrm>
    </dsp:sp>
    <dsp:sp modelId="{48569DE2-7A35-4E4B-923C-F8B760CEFB1C}">
      <dsp:nvSpPr>
        <dsp:cNvPr id="0" name=""/>
        <dsp:cNvSpPr/>
      </dsp:nvSpPr>
      <dsp:spPr>
        <a:xfrm>
          <a:off x="8905375" y="299097"/>
          <a:ext cx="1298980" cy="501406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659BE-053E-4DD4-9627-3FFBD0F5A52D}">
      <dsp:nvSpPr>
        <dsp:cNvPr id="0" name=""/>
        <dsp:cNvSpPr/>
      </dsp:nvSpPr>
      <dsp:spPr>
        <a:xfrm>
          <a:off x="9251770" y="424448"/>
          <a:ext cx="1096916" cy="501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Deployment</a:t>
          </a:r>
        </a:p>
      </dsp:txBody>
      <dsp:txXfrm>
        <a:off x="9266456" y="439134"/>
        <a:ext cx="1067544" cy="472034"/>
      </dsp:txXfrm>
    </dsp:sp>
    <dsp:sp modelId="{937F9F74-150F-48E1-A5BD-4FCDF8A4A4B5}">
      <dsp:nvSpPr>
        <dsp:cNvPr id="0" name=""/>
        <dsp:cNvSpPr/>
      </dsp:nvSpPr>
      <dsp:spPr>
        <a:xfrm>
          <a:off x="10389099" y="299097"/>
          <a:ext cx="1298980" cy="501406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AC71C-6074-4C77-88BA-7010E027C1FB}">
      <dsp:nvSpPr>
        <dsp:cNvPr id="0" name=""/>
        <dsp:cNvSpPr/>
      </dsp:nvSpPr>
      <dsp:spPr>
        <a:xfrm>
          <a:off x="10735494" y="424448"/>
          <a:ext cx="1096916" cy="5014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56896" rIns="56896" bIns="56896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800" kern="1200" dirty="0"/>
            <a:t>Feedback Loop</a:t>
          </a:r>
        </a:p>
      </dsp:txBody>
      <dsp:txXfrm>
        <a:off x="10750180" y="439134"/>
        <a:ext cx="1067544" cy="4720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FB87EE-B1FF-4940-8074-B8EB364B0419}">
      <dsp:nvSpPr>
        <dsp:cNvPr id="0" name=""/>
        <dsp:cNvSpPr/>
      </dsp:nvSpPr>
      <dsp:spPr>
        <a:xfrm>
          <a:off x="0" y="137841"/>
          <a:ext cx="11864195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2100" b="1" i="0" kern="1200" dirty="0"/>
            <a:t>Granularity of Analysis</a:t>
          </a:r>
          <a:r>
            <a:rPr lang="en-IN" sz="2100" b="0" i="0" kern="1200" dirty="0"/>
            <a:t>:</a:t>
          </a:r>
          <a:endParaRPr lang="en-IN" sz="2100" kern="1200" dirty="0"/>
        </a:p>
      </dsp:txBody>
      <dsp:txXfrm>
        <a:off x="25188" y="163029"/>
        <a:ext cx="11813819" cy="465594"/>
      </dsp:txXfrm>
    </dsp:sp>
    <dsp:sp modelId="{B20EA073-1BA8-4E9B-BC0B-10496934CCCB}">
      <dsp:nvSpPr>
        <dsp:cNvPr id="0" name=""/>
        <dsp:cNvSpPr/>
      </dsp:nvSpPr>
      <dsp:spPr>
        <a:xfrm>
          <a:off x="0" y="653811"/>
          <a:ext cx="11864195" cy="78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668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1600" b="1" i="0" kern="1200"/>
            <a:t>Sentiment Analysis</a:t>
          </a:r>
          <a:r>
            <a:rPr lang="en-US" sz="1600" b="0" i="0" kern="1200"/>
            <a:t>: Focuses on determining the overall sentiment (positive, negative, or neutral) of a text as a whole.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1600" b="1" i="0" kern="1200"/>
            <a:t>ABSA</a:t>
          </a:r>
          <a:r>
            <a:rPr lang="en-US" sz="1600" b="0" i="0" kern="1200"/>
            <a:t>: Analyzes sentiment at a finer level by identifying specific aspects or features within the text and determining sentiment for each aspect.</a:t>
          </a:r>
        </a:p>
      </dsp:txBody>
      <dsp:txXfrm>
        <a:off x="0" y="653811"/>
        <a:ext cx="11864195" cy="782460"/>
      </dsp:txXfrm>
    </dsp:sp>
    <dsp:sp modelId="{0E6D0B14-02FB-4B7E-A08B-D22D2C6454A0}">
      <dsp:nvSpPr>
        <dsp:cNvPr id="0" name=""/>
        <dsp:cNvSpPr/>
      </dsp:nvSpPr>
      <dsp:spPr>
        <a:xfrm>
          <a:off x="0" y="1436271"/>
          <a:ext cx="11864195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2100" b="1" i="0" kern="1200" dirty="0"/>
            <a:t>Complexity</a:t>
          </a:r>
          <a:r>
            <a:rPr lang="en-IN" sz="2100" b="0" i="0" kern="1200" dirty="0"/>
            <a:t>:</a:t>
          </a:r>
        </a:p>
      </dsp:txBody>
      <dsp:txXfrm>
        <a:off x="25188" y="1461459"/>
        <a:ext cx="11813819" cy="465594"/>
      </dsp:txXfrm>
    </dsp:sp>
    <dsp:sp modelId="{63A8887D-160B-4391-8E98-64D8622061EF}">
      <dsp:nvSpPr>
        <dsp:cNvPr id="0" name=""/>
        <dsp:cNvSpPr/>
      </dsp:nvSpPr>
      <dsp:spPr>
        <a:xfrm>
          <a:off x="0" y="1952241"/>
          <a:ext cx="11864195" cy="78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668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1600" b="1" i="0" kern="1200" dirty="0"/>
            <a:t>Sentiment Analysis</a:t>
          </a:r>
          <a:r>
            <a:rPr lang="en-US" sz="1600" b="0" i="0" kern="1200" dirty="0"/>
            <a:t>: Relatively simpler as it does not require aspect extraction or detailed analysis of specific components.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1600" b="1" i="0" kern="1200"/>
            <a:t>ABSA</a:t>
          </a:r>
          <a:r>
            <a:rPr lang="en-US" sz="1600" b="0" i="0" kern="1200"/>
            <a:t>: More complex as it involves identifying aspects, associating sentiments with them, and sometimes even determining their relationships.</a:t>
          </a:r>
        </a:p>
      </dsp:txBody>
      <dsp:txXfrm>
        <a:off x="0" y="1952241"/>
        <a:ext cx="11864195" cy="782460"/>
      </dsp:txXfrm>
    </dsp:sp>
    <dsp:sp modelId="{85F8182E-A879-4F18-8B66-CED754032CDF}">
      <dsp:nvSpPr>
        <dsp:cNvPr id="0" name=""/>
        <dsp:cNvSpPr/>
      </dsp:nvSpPr>
      <dsp:spPr>
        <a:xfrm>
          <a:off x="0" y="2734701"/>
          <a:ext cx="11864195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2100" b="1" i="0" kern="1200"/>
            <a:t>Use Cases</a:t>
          </a:r>
          <a:r>
            <a:rPr lang="en-IN" sz="2100" b="0" i="0" kern="1200"/>
            <a:t>:</a:t>
          </a:r>
        </a:p>
      </dsp:txBody>
      <dsp:txXfrm>
        <a:off x="25188" y="2759889"/>
        <a:ext cx="11813819" cy="465594"/>
      </dsp:txXfrm>
    </dsp:sp>
    <dsp:sp modelId="{3DB026F1-9220-4181-93A7-C45760422839}">
      <dsp:nvSpPr>
        <dsp:cNvPr id="0" name=""/>
        <dsp:cNvSpPr/>
      </dsp:nvSpPr>
      <dsp:spPr>
        <a:xfrm>
          <a:off x="0" y="3250671"/>
          <a:ext cx="11864195" cy="78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668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1600" b="1" i="0" kern="1200"/>
            <a:t>Sentiment Analysis</a:t>
          </a:r>
          <a:r>
            <a:rPr lang="en-US" sz="1600" b="0" i="0" kern="1200"/>
            <a:t>: Suitable for gauging overall public opinion, brand reputation, or general customer satisfaction.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1600" b="1" i="0" kern="1200"/>
            <a:t>ABSA</a:t>
          </a:r>
          <a:r>
            <a:rPr lang="en-US" sz="1600" b="0" i="0" kern="1200"/>
            <a:t>: Ideal for detailed feedback analysis, such as understanding customer opinions on specific product features or service attributes.</a:t>
          </a:r>
        </a:p>
      </dsp:txBody>
      <dsp:txXfrm>
        <a:off x="0" y="3250671"/>
        <a:ext cx="11864195" cy="782460"/>
      </dsp:txXfrm>
    </dsp:sp>
    <dsp:sp modelId="{207071B7-0ECE-4947-8364-5EC53A2F0C25}">
      <dsp:nvSpPr>
        <dsp:cNvPr id="0" name=""/>
        <dsp:cNvSpPr/>
      </dsp:nvSpPr>
      <dsp:spPr>
        <a:xfrm>
          <a:off x="0" y="4033131"/>
          <a:ext cx="11864195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2100" b="1" i="0" kern="1200"/>
            <a:t>Data Annotation</a:t>
          </a:r>
          <a:r>
            <a:rPr lang="en-IN" sz="2100" b="0" i="0" kern="1200"/>
            <a:t>:</a:t>
          </a:r>
        </a:p>
      </dsp:txBody>
      <dsp:txXfrm>
        <a:off x="25188" y="4058319"/>
        <a:ext cx="11813819" cy="465594"/>
      </dsp:txXfrm>
    </dsp:sp>
    <dsp:sp modelId="{4CCD9FC9-8283-4F8E-8FF2-CB8D04E919E6}">
      <dsp:nvSpPr>
        <dsp:cNvPr id="0" name=""/>
        <dsp:cNvSpPr/>
      </dsp:nvSpPr>
      <dsp:spPr>
        <a:xfrm>
          <a:off x="0" y="4549101"/>
          <a:ext cx="11864195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668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IN" sz="1600" b="1" i="0" kern="1200"/>
            <a:t>Sentiment Analysis</a:t>
          </a:r>
          <a:r>
            <a:rPr lang="en-IN" sz="1600" b="0" i="0" kern="1200"/>
            <a:t>: Requires general sentiment labels for the entire text.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+mj-lt"/>
            <a:buAutoNum type="arabicPeriod"/>
          </a:pPr>
          <a:r>
            <a:rPr lang="en-US" sz="1600" b="1" i="0" kern="1200"/>
            <a:t>ABSA</a:t>
          </a:r>
          <a:r>
            <a:rPr lang="en-US" sz="1600" b="0" i="0" kern="1200"/>
            <a:t>: Requires more detailed annotations, including aspect terms and their corresponding sentiment labels.</a:t>
          </a:r>
        </a:p>
      </dsp:txBody>
      <dsp:txXfrm>
        <a:off x="0" y="4549101"/>
        <a:ext cx="11864195" cy="55424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78AD5-49A1-4DEA-BF3C-88F0A98F35DB}">
      <dsp:nvSpPr>
        <dsp:cNvPr id="0" name=""/>
        <dsp:cNvSpPr/>
      </dsp:nvSpPr>
      <dsp:spPr>
        <a:xfrm>
          <a:off x="0" y="2691"/>
          <a:ext cx="575669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1C058B-0895-426C-840E-FC80E9AF3C46}">
      <dsp:nvSpPr>
        <dsp:cNvPr id="0" name=""/>
        <dsp:cNvSpPr/>
      </dsp:nvSpPr>
      <dsp:spPr>
        <a:xfrm>
          <a:off x="0" y="2691"/>
          <a:ext cx="1151338" cy="1835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kern="1200" dirty="0"/>
            <a:t>Sentiment Trend Analysis</a:t>
          </a:r>
          <a:endParaRPr lang="en-IN" sz="1500" kern="1200" dirty="0"/>
        </a:p>
      </dsp:txBody>
      <dsp:txXfrm>
        <a:off x="0" y="2691"/>
        <a:ext cx="1151338" cy="1835322"/>
      </dsp:txXfrm>
    </dsp:sp>
    <dsp:sp modelId="{B102D0DA-250E-4CED-8994-4EFDE93985B2}">
      <dsp:nvSpPr>
        <dsp:cNvPr id="0" name=""/>
        <dsp:cNvSpPr/>
      </dsp:nvSpPr>
      <dsp:spPr>
        <a:xfrm>
          <a:off x="1237689" y="45348"/>
          <a:ext cx="4519004" cy="853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Tracks sentiment trends over time for each aspect, providing insights into how customer opinions evolve.</a:t>
          </a:r>
        </a:p>
      </dsp:txBody>
      <dsp:txXfrm>
        <a:off x="1237689" y="45348"/>
        <a:ext cx="4519004" cy="853138"/>
      </dsp:txXfrm>
    </dsp:sp>
    <dsp:sp modelId="{5EDE2555-42C4-49D2-84FC-855CB1EE7C89}">
      <dsp:nvSpPr>
        <dsp:cNvPr id="0" name=""/>
        <dsp:cNvSpPr/>
      </dsp:nvSpPr>
      <dsp:spPr>
        <a:xfrm>
          <a:off x="1151338" y="898486"/>
          <a:ext cx="46053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94AD12-5324-420E-9A25-0590DA96A50F}">
      <dsp:nvSpPr>
        <dsp:cNvPr id="0" name=""/>
        <dsp:cNvSpPr/>
      </dsp:nvSpPr>
      <dsp:spPr>
        <a:xfrm>
          <a:off x="1237689" y="941143"/>
          <a:ext cx="4519004" cy="853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Visualizes trends using line charts, enabling stakeholders to identify patterns and changes in sentiment.</a:t>
          </a:r>
        </a:p>
      </dsp:txBody>
      <dsp:txXfrm>
        <a:off x="1237689" y="941143"/>
        <a:ext cx="4519004" cy="853138"/>
      </dsp:txXfrm>
    </dsp:sp>
    <dsp:sp modelId="{9FBA959E-E19A-43EF-AAAE-E7B9E2D1EF19}">
      <dsp:nvSpPr>
        <dsp:cNvPr id="0" name=""/>
        <dsp:cNvSpPr/>
      </dsp:nvSpPr>
      <dsp:spPr>
        <a:xfrm>
          <a:off x="1151338" y="1794281"/>
          <a:ext cx="46053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0145A5-C3BF-4A52-858D-8DF3F7F13B70}">
      <dsp:nvSpPr>
        <dsp:cNvPr id="0" name=""/>
        <dsp:cNvSpPr/>
      </dsp:nvSpPr>
      <dsp:spPr>
        <a:xfrm>
          <a:off x="0" y="1838013"/>
          <a:ext cx="575669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67F1A6-AE44-4745-ACE2-FEE12BDF8695}">
      <dsp:nvSpPr>
        <dsp:cNvPr id="0" name=""/>
        <dsp:cNvSpPr/>
      </dsp:nvSpPr>
      <dsp:spPr>
        <a:xfrm>
          <a:off x="0" y="1838013"/>
          <a:ext cx="1151338" cy="1835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kern="1200" dirty="0"/>
            <a:t>Aspect Co-occurrence Analysis</a:t>
          </a:r>
          <a:endParaRPr lang="en-IN" sz="1500" kern="1200" dirty="0"/>
        </a:p>
      </dsp:txBody>
      <dsp:txXfrm>
        <a:off x="0" y="1838013"/>
        <a:ext cx="1151338" cy="1835322"/>
      </dsp:txXfrm>
    </dsp:sp>
    <dsp:sp modelId="{FFAA996F-A28C-4D0A-9FC5-3F85473A4E3B}">
      <dsp:nvSpPr>
        <dsp:cNvPr id="0" name=""/>
        <dsp:cNvSpPr/>
      </dsp:nvSpPr>
      <dsp:spPr>
        <a:xfrm>
          <a:off x="1237689" y="1880670"/>
          <a:ext cx="4519004" cy="853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Identifies pairs of aspects frequently mentioned together in the same review, highlighting potential interdependencies or correlations.</a:t>
          </a:r>
        </a:p>
      </dsp:txBody>
      <dsp:txXfrm>
        <a:off x="1237689" y="1880670"/>
        <a:ext cx="4519004" cy="853138"/>
      </dsp:txXfrm>
    </dsp:sp>
    <dsp:sp modelId="{1255ACCC-F717-42EA-9844-B0827CA5F5B0}">
      <dsp:nvSpPr>
        <dsp:cNvPr id="0" name=""/>
        <dsp:cNvSpPr/>
      </dsp:nvSpPr>
      <dsp:spPr>
        <a:xfrm>
          <a:off x="1151338" y="2733808"/>
          <a:ext cx="46053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000E6E-730A-48AD-82D8-6F3ABF5D4225}">
      <dsp:nvSpPr>
        <dsp:cNvPr id="0" name=""/>
        <dsp:cNvSpPr/>
      </dsp:nvSpPr>
      <dsp:spPr>
        <a:xfrm>
          <a:off x="1237689" y="2776465"/>
          <a:ext cx="4519004" cy="853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Visualizes co-occurrence data as a heatmap, making it easy to interpret relationships between aspects.</a:t>
          </a:r>
        </a:p>
      </dsp:txBody>
      <dsp:txXfrm>
        <a:off x="1237689" y="2776465"/>
        <a:ext cx="4519004" cy="853138"/>
      </dsp:txXfrm>
    </dsp:sp>
    <dsp:sp modelId="{7FAE879D-3C67-4D0C-B525-CAE677944751}">
      <dsp:nvSpPr>
        <dsp:cNvPr id="0" name=""/>
        <dsp:cNvSpPr/>
      </dsp:nvSpPr>
      <dsp:spPr>
        <a:xfrm>
          <a:off x="1151338" y="3629604"/>
          <a:ext cx="46053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877CB3-2CC7-4F2E-9213-D597421CC347}">
      <dsp:nvSpPr>
        <dsp:cNvPr id="0" name=""/>
        <dsp:cNvSpPr/>
      </dsp:nvSpPr>
      <dsp:spPr>
        <a:xfrm>
          <a:off x="0" y="3673336"/>
          <a:ext cx="575669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1BA030-8C95-43EB-983F-43C3324C12C0}">
      <dsp:nvSpPr>
        <dsp:cNvPr id="0" name=""/>
        <dsp:cNvSpPr/>
      </dsp:nvSpPr>
      <dsp:spPr>
        <a:xfrm>
          <a:off x="0" y="3673336"/>
          <a:ext cx="1151338" cy="18353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kern="1200" dirty="0"/>
            <a:t>Aspect Importance Scoring</a:t>
          </a:r>
          <a:endParaRPr lang="en-IN" sz="1500" kern="1200" dirty="0"/>
        </a:p>
      </dsp:txBody>
      <dsp:txXfrm>
        <a:off x="0" y="3673336"/>
        <a:ext cx="1151338" cy="1835322"/>
      </dsp:txXfrm>
    </dsp:sp>
    <dsp:sp modelId="{ACCB672F-81C6-4BEA-A37A-FB2C1FFB801A}">
      <dsp:nvSpPr>
        <dsp:cNvPr id="0" name=""/>
        <dsp:cNvSpPr/>
      </dsp:nvSpPr>
      <dsp:spPr>
        <a:xfrm>
          <a:off x="1237689" y="3715993"/>
          <a:ext cx="4519004" cy="853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Calculates the frequency of mentions for each aspect and normalizes it to derive an importance score.</a:t>
          </a:r>
        </a:p>
      </dsp:txBody>
      <dsp:txXfrm>
        <a:off x="1237689" y="3715993"/>
        <a:ext cx="4519004" cy="853138"/>
      </dsp:txXfrm>
    </dsp:sp>
    <dsp:sp modelId="{2431CAA7-BA5B-492B-9E65-8216E49391B8}">
      <dsp:nvSpPr>
        <dsp:cNvPr id="0" name=""/>
        <dsp:cNvSpPr/>
      </dsp:nvSpPr>
      <dsp:spPr>
        <a:xfrm>
          <a:off x="1151338" y="4569131"/>
          <a:ext cx="46053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ADCD92-D722-4825-8B0F-A0BCC7AB7FB5}">
      <dsp:nvSpPr>
        <dsp:cNvPr id="0" name=""/>
        <dsp:cNvSpPr/>
      </dsp:nvSpPr>
      <dsp:spPr>
        <a:xfrm>
          <a:off x="1237689" y="4611788"/>
          <a:ext cx="4519004" cy="8531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600" b="0" i="0" kern="1200" dirty="0"/>
            <a:t>Visualizes aspect importance using bar charts, helping prioritize aspects based on customer feedback.</a:t>
          </a:r>
        </a:p>
      </dsp:txBody>
      <dsp:txXfrm>
        <a:off x="1237689" y="4611788"/>
        <a:ext cx="4519004" cy="853138"/>
      </dsp:txXfrm>
    </dsp:sp>
    <dsp:sp modelId="{A528DEDF-97D1-4AFF-85EC-49ECA75141C1}">
      <dsp:nvSpPr>
        <dsp:cNvPr id="0" name=""/>
        <dsp:cNvSpPr/>
      </dsp:nvSpPr>
      <dsp:spPr>
        <a:xfrm>
          <a:off x="1151338" y="5464926"/>
          <a:ext cx="46053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73097D-E021-4C88-9242-09CD55A9E46A}">
      <dsp:nvSpPr>
        <dsp:cNvPr id="0" name=""/>
        <dsp:cNvSpPr/>
      </dsp:nvSpPr>
      <dsp:spPr>
        <a:xfrm>
          <a:off x="0" y="0"/>
          <a:ext cx="575669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15400-A4A4-4AFC-A46E-5732FB650E16}">
      <dsp:nvSpPr>
        <dsp:cNvPr id="0" name=""/>
        <dsp:cNvSpPr/>
      </dsp:nvSpPr>
      <dsp:spPr>
        <a:xfrm>
          <a:off x="0" y="0"/>
          <a:ext cx="1151338" cy="2755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kern="1200" dirty="0"/>
            <a:t>Sentiment Word Clouds</a:t>
          </a:r>
          <a:endParaRPr lang="en-IN" sz="1500" kern="1200" dirty="0"/>
        </a:p>
      </dsp:txBody>
      <dsp:txXfrm>
        <a:off x="0" y="0"/>
        <a:ext cx="1151338" cy="2755675"/>
      </dsp:txXfrm>
    </dsp:sp>
    <dsp:sp modelId="{2C765B49-35E5-4F28-8D96-6DBB77BF9E4E}">
      <dsp:nvSpPr>
        <dsp:cNvPr id="0" name=""/>
        <dsp:cNvSpPr/>
      </dsp:nvSpPr>
      <dsp:spPr>
        <a:xfrm>
          <a:off x="1237689" y="64047"/>
          <a:ext cx="4519004" cy="1280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0" i="0" kern="1200" dirty="0"/>
            <a:t>Creates word clouds for positive, neutral, and negative sentiments, highlighting frequently used words in customer feedback.</a:t>
          </a:r>
        </a:p>
      </dsp:txBody>
      <dsp:txXfrm>
        <a:off x="1237689" y="64047"/>
        <a:ext cx="4519004" cy="1280958"/>
      </dsp:txXfrm>
    </dsp:sp>
    <dsp:sp modelId="{76228556-0181-4E0F-804D-1B41AF1A6C09}">
      <dsp:nvSpPr>
        <dsp:cNvPr id="0" name=""/>
        <dsp:cNvSpPr/>
      </dsp:nvSpPr>
      <dsp:spPr>
        <a:xfrm>
          <a:off x="1151338" y="1345006"/>
          <a:ext cx="46053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A2B802-AABC-4A64-B14F-6B753D307F2D}">
      <dsp:nvSpPr>
        <dsp:cNvPr id="0" name=""/>
        <dsp:cNvSpPr/>
      </dsp:nvSpPr>
      <dsp:spPr>
        <a:xfrm>
          <a:off x="1237689" y="1409054"/>
          <a:ext cx="4519004" cy="1280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0" i="0" kern="1200" dirty="0"/>
            <a:t>Uses sentiment-specific color schemes to enhance interpretability and visual appeal.</a:t>
          </a:r>
        </a:p>
      </dsp:txBody>
      <dsp:txXfrm>
        <a:off x="1237689" y="1409054"/>
        <a:ext cx="4519004" cy="1280958"/>
      </dsp:txXfrm>
    </dsp:sp>
    <dsp:sp modelId="{C9DFDFB3-78EA-4617-ABE5-497F734C3A5C}">
      <dsp:nvSpPr>
        <dsp:cNvPr id="0" name=""/>
        <dsp:cNvSpPr/>
      </dsp:nvSpPr>
      <dsp:spPr>
        <a:xfrm>
          <a:off x="1151338" y="2690012"/>
          <a:ext cx="46053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FA06E4-A0FD-43DF-AAA7-F44C3659562C}">
      <dsp:nvSpPr>
        <dsp:cNvPr id="0" name=""/>
        <dsp:cNvSpPr/>
      </dsp:nvSpPr>
      <dsp:spPr>
        <a:xfrm>
          <a:off x="0" y="2755675"/>
          <a:ext cx="575669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9A6575-E541-4069-95EE-F8BAA20DF8AC}">
      <dsp:nvSpPr>
        <dsp:cNvPr id="0" name=""/>
        <dsp:cNvSpPr/>
      </dsp:nvSpPr>
      <dsp:spPr>
        <a:xfrm>
          <a:off x="0" y="2755675"/>
          <a:ext cx="1151338" cy="2755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1" i="0" kern="1200" dirty="0"/>
            <a:t>Report Generation</a:t>
          </a:r>
          <a:endParaRPr lang="en-IN" sz="1500" kern="1200" dirty="0"/>
        </a:p>
      </dsp:txBody>
      <dsp:txXfrm>
        <a:off x="0" y="2755675"/>
        <a:ext cx="1151338" cy="2755675"/>
      </dsp:txXfrm>
    </dsp:sp>
    <dsp:sp modelId="{0F8AEA9C-9DB6-4669-B3BC-4E741AD297ED}">
      <dsp:nvSpPr>
        <dsp:cNvPr id="0" name=""/>
        <dsp:cNvSpPr/>
      </dsp:nvSpPr>
      <dsp:spPr>
        <a:xfrm>
          <a:off x="1237689" y="2819722"/>
          <a:ext cx="4519004" cy="1280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0" i="0" kern="1200" dirty="0"/>
            <a:t>Provides detailed reports on overall sentiment distribution and aspect-wise sentiment distribution.</a:t>
          </a:r>
        </a:p>
      </dsp:txBody>
      <dsp:txXfrm>
        <a:off x="1237689" y="2819722"/>
        <a:ext cx="4519004" cy="1280958"/>
      </dsp:txXfrm>
    </dsp:sp>
    <dsp:sp modelId="{8E445806-8CBD-46DC-8AA8-3AAF3539F4D0}">
      <dsp:nvSpPr>
        <dsp:cNvPr id="0" name=""/>
        <dsp:cNvSpPr/>
      </dsp:nvSpPr>
      <dsp:spPr>
        <a:xfrm>
          <a:off x="1151338" y="4100681"/>
          <a:ext cx="46053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ACAEBB-2115-40F6-9011-44545CC63E85}">
      <dsp:nvSpPr>
        <dsp:cNvPr id="0" name=""/>
        <dsp:cNvSpPr/>
      </dsp:nvSpPr>
      <dsp:spPr>
        <a:xfrm>
          <a:off x="1237689" y="4164729"/>
          <a:ext cx="4519004" cy="12809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000" b="0" i="0" kern="1200" dirty="0"/>
            <a:t>Uses charts and structured data to summarize insights, making it easier for stakeholders to understand and act on the findings.</a:t>
          </a:r>
        </a:p>
      </dsp:txBody>
      <dsp:txXfrm>
        <a:off x="1237689" y="4164729"/>
        <a:ext cx="4519004" cy="1280958"/>
      </dsp:txXfrm>
    </dsp:sp>
    <dsp:sp modelId="{E3F670A6-E952-40F8-845F-24986D4A2017}">
      <dsp:nvSpPr>
        <dsp:cNvPr id="0" name=""/>
        <dsp:cNvSpPr/>
      </dsp:nvSpPr>
      <dsp:spPr>
        <a:xfrm>
          <a:off x="1151338" y="5445687"/>
          <a:ext cx="46053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912648-998A-45E5-829D-B99293ADD793}">
      <dsp:nvSpPr>
        <dsp:cNvPr id="0" name=""/>
        <dsp:cNvSpPr/>
      </dsp:nvSpPr>
      <dsp:spPr>
        <a:xfrm>
          <a:off x="0" y="675"/>
          <a:ext cx="6900512" cy="5676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1C10D8-466D-44DD-86A9-815871E09996}">
      <dsp:nvSpPr>
        <dsp:cNvPr id="0" name=""/>
        <dsp:cNvSpPr/>
      </dsp:nvSpPr>
      <dsp:spPr>
        <a:xfrm>
          <a:off x="171720" y="128401"/>
          <a:ext cx="312218" cy="312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D14146-4B28-4416-BF8A-3025F191E364}">
      <dsp:nvSpPr>
        <dsp:cNvPr id="0" name=""/>
        <dsp:cNvSpPr/>
      </dsp:nvSpPr>
      <dsp:spPr>
        <a:xfrm>
          <a:off x="655659" y="675"/>
          <a:ext cx="3105230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/>
            <a:t>Transforms opinions into evidence‑backed product insights.</a:t>
          </a:r>
          <a:endParaRPr lang="en-IN" sz="1000" kern="1200"/>
        </a:p>
      </dsp:txBody>
      <dsp:txXfrm>
        <a:off x="655659" y="675"/>
        <a:ext cx="3105230" cy="567670"/>
      </dsp:txXfrm>
    </dsp:sp>
    <dsp:sp modelId="{7F85448B-0A0A-48D1-B535-A1116AA7DD41}">
      <dsp:nvSpPr>
        <dsp:cNvPr id="0" name=""/>
        <dsp:cNvSpPr/>
      </dsp:nvSpPr>
      <dsp:spPr>
        <a:xfrm>
          <a:off x="3760890" y="675"/>
          <a:ext cx="3139621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/>
            <a:t>Validates sentiments through peer‑reviewed evidence and citation workflows.</a:t>
          </a:r>
        </a:p>
      </dsp:txBody>
      <dsp:txXfrm>
        <a:off x="3760890" y="675"/>
        <a:ext cx="3139621" cy="567670"/>
      </dsp:txXfrm>
    </dsp:sp>
    <dsp:sp modelId="{FF7CB35E-D47C-4937-AD8E-EA0EC33D13C8}">
      <dsp:nvSpPr>
        <dsp:cNvPr id="0" name=""/>
        <dsp:cNvSpPr/>
      </dsp:nvSpPr>
      <dsp:spPr>
        <a:xfrm>
          <a:off x="0" y="710264"/>
          <a:ext cx="6900512" cy="5676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72E2E-A8E7-4999-8F86-58785A50A110}">
      <dsp:nvSpPr>
        <dsp:cNvPr id="0" name=""/>
        <dsp:cNvSpPr/>
      </dsp:nvSpPr>
      <dsp:spPr>
        <a:xfrm>
          <a:off x="171720" y="837990"/>
          <a:ext cx="312218" cy="312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70FE6-9948-4589-9860-040004269FED}">
      <dsp:nvSpPr>
        <dsp:cNvPr id="0" name=""/>
        <dsp:cNvSpPr/>
      </dsp:nvSpPr>
      <dsp:spPr>
        <a:xfrm>
          <a:off x="655659" y="710264"/>
          <a:ext cx="3105230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/>
            <a:t>Improves claim accuracy with research‑validated sentiment grounding.</a:t>
          </a:r>
          <a:endParaRPr lang="en-US" sz="1000" b="0" i="0" kern="1200"/>
        </a:p>
      </dsp:txBody>
      <dsp:txXfrm>
        <a:off x="655659" y="710264"/>
        <a:ext cx="3105230" cy="567670"/>
      </dsp:txXfrm>
    </dsp:sp>
    <dsp:sp modelId="{1B6182CB-F956-4193-AFC6-819E802E9D51}">
      <dsp:nvSpPr>
        <dsp:cNvPr id="0" name=""/>
        <dsp:cNvSpPr/>
      </dsp:nvSpPr>
      <dsp:spPr>
        <a:xfrm>
          <a:off x="3760890" y="710264"/>
          <a:ext cx="3139621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/>
            <a:t>Normalizes claims and checks them against scientific and regulatory sources.</a:t>
          </a:r>
        </a:p>
      </dsp:txBody>
      <dsp:txXfrm>
        <a:off x="3760890" y="710264"/>
        <a:ext cx="3139621" cy="567670"/>
      </dsp:txXfrm>
    </dsp:sp>
    <dsp:sp modelId="{61FC310F-01DC-4132-83B4-DDE1E991DEED}">
      <dsp:nvSpPr>
        <dsp:cNvPr id="0" name=""/>
        <dsp:cNvSpPr/>
      </dsp:nvSpPr>
      <dsp:spPr>
        <a:xfrm>
          <a:off x="0" y="1419852"/>
          <a:ext cx="6900512" cy="5676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50AF07-D9BC-4383-90C6-672F0317B475}">
      <dsp:nvSpPr>
        <dsp:cNvPr id="0" name=""/>
        <dsp:cNvSpPr/>
      </dsp:nvSpPr>
      <dsp:spPr>
        <a:xfrm>
          <a:off x="171720" y="1547578"/>
          <a:ext cx="312218" cy="312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EF51D-9317-4FB2-8F3F-E1F03840D652}">
      <dsp:nvSpPr>
        <dsp:cNvPr id="0" name=""/>
        <dsp:cNvSpPr/>
      </dsp:nvSpPr>
      <dsp:spPr>
        <a:xfrm>
          <a:off x="655659" y="1419852"/>
          <a:ext cx="3105230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/>
            <a:t>Enhances competitive benchmarking through enriched aspect intelligence.</a:t>
          </a:r>
        </a:p>
      </dsp:txBody>
      <dsp:txXfrm>
        <a:off x="655659" y="1419852"/>
        <a:ext cx="3105230" cy="567670"/>
      </dsp:txXfrm>
    </dsp:sp>
    <dsp:sp modelId="{D97C2CB4-A527-41C4-8623-8A99CBA87BB1}">
      <dsp:nvSpPr>
        <dsp:cNvPr id="0" name=""/>
        <dsp:cNvSpPr/>
      </dsp:nvSpPr>
      <dsp:spPr>
        <a:xfrm>
          <a:off x="3760890" y="1419852"/>
          <a:ext cx="3139621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/>
            <a:t>Compares aspect sentiments with competitors and identifies differentiating gaps.</a:t>
          </a:r>
        </a:p>
      </dsp:txBody>
      <dsp:txXfrm>
        <a:off x="3760890" y="1419852"/>
        <a:ext cx="3139621" cy="567670"/>
      </dsp:txXfrm>
    </dsp:sp>
    <dsp:sp modelId="{5DF6D24D-E149-4A42-A833-8486CB675CB1}">
      <dsp:nvSpPr>
        <dsp:cNvPr id="0" name=""/>
        <dsp:cNvSpPr/>
      </dsp:nvSpPr>
      <dsp:spPr>
        <a:xfrm>
          <a:off x="0" y="2129440"/>
          <a:ext cx="6900512" cy="5676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C548B4-145C-43E7-9930-C1744F4DD9CD}">
      <dsp:nvSpPr>
        <dsp:cNvPr id="0" name=""/>
        <dsp:cNvSpPr/>
      </dsp:nvSpPr>
      <dsp:spPr>
        <a:xfrm>
          <a:off x="171720" y="2257166"/>
          <a:ext cx="312218" cy="312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7AB7F-4EB2-43A6-97B4-A1B332A1B006}">
      <dsp:nvSpPr>
        <dsp:cNvPr id="0" name=""/>
        <dsp:cNvSpPr/>
      </dsp:nvSpPr>
      <dsp:spPr>
        <a:xfrm>
          <a:off x="655659" y="2129440"/>
          <a:ext cx="3105230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 dirty="0"/>
            <a:t>Strengthens compliance via automated claim verification workflows.</a:t>
          </a:r>
        </a:p>
      </dsp:txBody>
      <dsp:txXfrm>
        <a:off x="655659" y="2129440"/>
        <a:ext cx="3105230" cy="567670"/>
      </dsp:txXfrm>
    </dsp:sp>
    <dsp:sp modelId="{0BB32609-4985-412D-867F-963916B788BF}">
      <dsp:nvSpPr>
        <dsp:cNvPr id="0" name=""/>
        <dsp:cNvSpPr/>
      </dsp:nvSpPr>
      <dsp:spPr>
        <a:xfrm>
          <a:off x="3760890" y="2129440"/>
          <a:ext cx="3139621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/>
            <a:t>Flags unsupported claims using regulatory guidance and scientific validations.</a:t>
          </a:r>
        </a:p>
      </dsp:txBody>
      <dsp:txXfrm>
        <a:off x="3760890" y="2129440"/>
        <a:ext cx="3139621" cy="567670"/>
      </dsp:txXfrm>
    </dsp:sp>
    <dsp:sp modelId="{FD5BC00D-5304-4E2B-864F-5B5EFE0C9BBF}">
      <dsp:nvSpPr>
        <dsp:cNvPr id="0" name=""/>
        <dsp:cNvSpPr/>
      </dsp:nvSpPr>
      <dsp:spPr>
        <a:xfrm>
          <a:off x="0" y="2839029"/>
          <a:ext cx="6900512" cy="5676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661BDF-0A3E-45E8-8820-DC15834FC24F}">
      <dsp:nvSpPr>
        <dsp:cNvPr id="0" name=""/>
        <dsp:cNvSpPr/>
      </dsp:nvSpPr>
      <dsp:spPr>
        <a:xfrm>
          <a:off x="171720" y="2966755"/>
          <a:ext cx="312218" cy="312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8262CF-F451-4188-8FE3-7C28867E4F4B}">
      <dsp:nvSpPr>
        <dsp:cNvPr id="0" name=""/>
        <dsp:cNvSpPr/>
      </dsp:nvSpPr>
      <dsp:spPr>
        <a:xfrm>
          <a:off x="655659" y="2839029"/>
          <a:ext cx="3105230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/>
            <a:t>Accelerates product innovation with evidence‑linked sentiment drivers.</a:t>
          </a:r>
        </a:p>
      </dsp:txBody>
      <dsp:txXfrm>
        <a:off x="655659" y="2839029"/>
        <a:ext cx="3105230" cy="567670"/>
      </dsp:txXfrm>
    </dsp:sp>
    <dsp:sp modelId="{A850AD12-155D-4C36-B3EA-D584499A1690}">
      <dsp:nvSpPr>
        <dsp:cNvPr id="0" name=""/>
        <dsp:cNvSpPr/>
      </dsp:nvSpPr>
      <dsp:spPr>
        <a:xfrm>
          <a:off x="3760890" y="2839029"/>
          <a:ext cx="3139621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/>
            <a:t>Converts negative sentiment clusters into research‑backed formulation improvements.</a:t>
          </a:r>
        </a:p>
      </dsp:txBody>
      <dsp:txXfrm>
        <a:off x="3760890" y="2839029"/>
        <a:ext cx="3139621" cy="567670"/>
      </dsp:txXfrm>
    </dsp:sp>
    <dsp:sp modelId="{F65B1572-8281-4041-BEAB-6ACA5F46659B}">
      <dsp:nvSpPr>
        <dsp:cNvPr id="0" name=""/>
        <dsp:cNvSpPr/>
      </dsp:nvSpPr>
      <dsp:spPr>
        <a:xfrm>
          <a:off x="0" y="3548617"/>
          <a:ext cx="6900512" cy="5676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E91608-8269-4F9F-AECD-A043C7C1767F}">
      <dsp:nvSpPr>
        <dsp:cNvPr id="0" name=""/>
        <dsp:cNvSpPr/>
      </dsp:nvSpPr>
      <dsp:spPr>
        <a:xfrm>
          <a:off x="171720" y="3676343"/>
          <a:ext cx="312218" cy="312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56E6F-C5BB-45E8-8F17-E29BC30093FC}">
      <dsp:nvSpPr>
        <dsp:cNvPr id="0" name=""/>
        <dsp:cNvSpPr/>
      </dsp:nvSpPr>
      <dsp:spPr>
        <a:xfrm>
          <a:off x="655659" y="3548617"/>
          <a:ext cx="3105230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/>
            <a:t>Enables persona‑specific insights for targeted product decisions.</a:t>
          </a:r>
        </a:p>
      </dsp:txBody>
      <dsp:txXfrm>
        <a:off x="655659" y="3548617"/>
        <a:ext cx="3105230" cy="567670"/>
      </dsp:txXfrm>
    </dsp:sp>
    <dsp:sp modelId="{35CC739A-B60A-4A16-9338-3AD66CDC8A70}">
      <dsp:nvSpPr>
        <dsp:cNvPr id="0" name=""/>
        <dsp:cNvSpPr/>
      </dsp:nvSpPr>
      <dsp:spPr>
        <a:xfrm>
          <a:off x="3760890" y="3548617"/>
          <a:ext cx="3139621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/>
            <a:t>Segments sentiment using persona inference and ontology‑driven aspect mapping.</a:t>
          </a:r>
        </a:p>
      </dsp:txBody>
      <dsp:txXfrm>
        <a:off x="3760890" y="3548617"/>
        <a:ext cx="3139621" cy="567670"/>
      </dsp:txXfrm>
    </dsp:sp>
    <dsp:sp modelId="{2FD15275-61EC-4269-A81D-088E690B66FB}">
      <dsp:nvSpPr>
        <dsp:cNvPr id="0" name=""/>
        <dsp:cNvSpPr/>
      </dsp:nvSpPr>
      <dsp:spPr>
        <a:xfrm>
          <a:off x="0" y="4258206"/>
          <a:ext cx="6900512" cy="5676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579124-EBC9-4B3F-9ED1-533E256A3A30}">
      <dsp:nvSpPr>
        <dsp:cNvPr id="0" name=""/>
        <dsp:cNvSpPr/>
      </dsp:nvSpPr>
      <dsp:spPr>
        <a:xfrm>
          <a:off x="171720" y="4385932"/>
          <a:ext cx="312218" cy="312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BFB6AB-C64C-42CA-B40B-C10075A7646C}">
      <dsp:nvSpPr>
        <dsp:cNvPr id="0" name=""/>
        <dsp:cNvSpPr/>
      </dsp:nvSpPr>
      <dsp:spPr>
        <a:xfrm>
          <a:off x="655659" y="4258206"/>
          <a:ext cx="3105230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/>
            <a:t>Reduces hallucinations using retrieval‑anchored generation safeguards.</a:t>
          </a:r>
        </a:p>
      </dsp:txBody>
      <dsp:txXfrm>
        <a:off x="655659" y="4258206"/>
        <a:ext cx="3105230" cy="567670"/>
      </dsp:txXfrm>
    </dsp:sp>
    <dsp:sp modelId="{95F01975-48F0-462A-A1C2-AF1A8402B461}">
      <dsp:nvSpPr>
        <dsp:cNvPr id="0" name=""/>
        <dsp:cNvSpPr/>
      </dsp:nvSpPr>
      <dsp:spPr>
        <a:xfrm>
          <a:off x="3760890" y="4258206"/>
          <a:ext cx="3139621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/>
            <a:t>Enforces citation‑mandatory outputs and rigorous retrieval‑based truth checks.</a:t>
          </a:r>
        </a:p>
      </dsp:txBody>
      <dsp:txXfrm>
        <a:off x="3760890" y="4258206"/>
        <a:ext cx="3139621" cy="567670"/>
      </dsp:txXfrm>
    </dsp:sp>
    <dsp:sp modelId="{FC7DAFA7-FF6A-4362-BA76-A6BF7A9A6A8E}">
      <dsp:nvSpPr>
        <dsp:cNvPr id="0" name=""/>
        <dsp:cNvSpPr/>
      </dsp:nvSpPr>
      <dsp:spPr>
        <a:xfrm>
          <a:off x="0" y="4967794"/>
          <a:ext cx="6900512" cy="5676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23704B-3865-47C2-9E07-DA55A40A2D9F}">
      <dsp:nvSpPr>
        <dsp:cNvPr id="0" name=""/>
        <dsp:cNvSpPr/>
      </dsp:nvSpPr>
      <dsp:spPr>
        <a:xfrm>
          <a:off x="171720" y="5095520"/>
          <a:ext cx="312218" cy="31221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FFEED-BD90-46A8-92A2-602F6CA51079}">
      <dsp:nvSpPr>
        <dsp:cNvPr id="0" name=""/>
        <dsp:cNvSpPr/>
      </dsp:nvSpPr>
      <dsp:spPr>
        <a:xfrm>
          <a:off x="655659" y="4967794"/>
          <a:ext cx="3105230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i="0" kern="1200"/>
            <a:t>Boosts decision confidence with citation‑supported recommendations.</a:t>
          </a:r>
          <a:endParaRPr lang="en-US" sz="1000" b="0" i="0" kern="1200"/>
        </a:p>
      </dsp:txBody>
      <dsp:txXfrm>
        <a:off x="655659" y="4967794"/>
        <a:ext cx="3105230" cy="567670"/>
      </dsp:txXfrm>
    </dsp:sp>
    <dsp:sp modelId="{8A57A231-F678-4F54-BBDA-82C9A5EF90F4}">
      <dsp:nvSpPr>
        <dsp:cNvPr id="0" name=""/>
        <dsp:cNvSpPr/>
      </dsp:nvSpPr>
      <dsp:spPr>
        <a:xfrm>
          <a:off x="3760890" y="4967794"/>
          <a:ext cx="3139621" cy="567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078" tIns="60078" rIns="60078" bIns="60078" numCol="1" spcCol="1270" anchor="ctr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/>
            <a:t>Provides defensible insights grounded in structured evidence and sentiment data</a:t>
          </a:r>
        </a:p>
      </dsp:txBody>
      <dsp:txXfrm>
        <a:off x="3760890" y="4967794"/>
        <a:ext cx="3139621" cy="56767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B0B541-B26B-4AE7-8039-2BD781B8C104}">
      <dsp:nvSpPr>
        <dsp:cNvPr id="0" name=""/>
        <dsp:cNvSpPr/>
      </dsp:nvSpPr>
      <dsp:spPr>
        <a:xfrm>
          <a:off x="328728" y="536850"/>
          <a:ext cx="1019724" cy="10197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6F70A1-1BD3-4B3E-A20C-07924103BCD8}">
      <dsp:nvSpPr>
        <dsp:cNvPr id="0" name=""/>
        <dsp:cNvSpPr/>
      </dsp:nvSpPr>
      <dsp:spPr>
        <a:xfrm>
          <a:off x="546046" y="754169"/>
          <a:ext cx="585087" cy="5850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93DC79-7A1D-43F2-B779-DA3B5E6B903A}">
      <dsp:nvSpPr>
        <dsp:cNvPr id="0" name=""/>
        <dsp:cNvSpPr/>
      </dsp:nvSpPr>
      <dsp:spPr>
        <a:xfrm>
          <a:off x="2751" y="1874194"/>
          <a:ext cx="1671679" cy="66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Data Sources</a:t>
          </a:r>
          <a:br>
            <a:rPr lang="en-US" sz="1100" b="0" i="0" kern="1200"/>
          </a:br>
          <a:r>
            <a:rPr lang="en-US" sz="1100" b="0" i="0" kern="1200"/>
            <a:t>• Reviews</a:t>
          </a:r>
          <a:br>
            <a:rPr lang="en-US" sz="1100" b="0" i="0" kern="1200"/>
          </a:br>
          <a:r>
            <a:rPr lang="en-US" sz="1100" b="0" i="0" kern="1200"/>
            <a:t>• Product Metadata</a:t>
          </a:r>
          <a:br>
            <a:rPr lang="en-US" sz="1100" b="0" i="0" kern="1200"/>
          </a:br>
          <a:r>
            <a:rPr lang="en-US" sz="1100" b="0" i="0" kern="1200"/>
            <a:t>• Research Papers</a:t>
          </a:r>
          <a:endParaRPr lang="en-IN" sz="1100" kern="1200"/>
        </a:p>
      </dsp:txBody>
      <dsp:txXfrm>
        <a:off x="2751" y="1874194"/>
        <a:ext cx="1671679" cy="668671"/>
      </dsp:txXfrm>
    </dsp:sp>
    <dsp:sp modelId="{75C0F1DC-3BB0-4CD5-BD8C-5F458F9BFCDF}">
      <dsp:nvSpPr>
        <dsp:cNvPr id="0" name=""/>
        <dsp:cNvSpPr/>
      </dsp:nvSpPr>
      <dsp:spPr>
        <a:xfrm>
          <a:off x="2292952" y="536850"/>
          <a:ext cx="1019724" cy="10197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9130E9-2072-44D6-9851-0860D7B8A627}">
      <dsp:nvSpPr>
        <dsp:cNvPr id="0" name=""/>
        <dsp:cNvSpPr/>
      </dsp:nvSpPr>
      <dsp:spPr>
        <a:xfrm>
          <a:off x="2510270" y="754169"/>
          <a:ext cx="585087" cy="5850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C99B9E-9416-4838-98F2-0C65CF994D7A}">
      <dsp:nvSpPr>
        <dsp:cNvPr id="0" name=""/>
        <dsp:cNvSpPr/>
      </dsp:nvSpPr>
      <dsp:spPr>
        <a:xfrm>
          <a:off x="1966974" y="1874194"/>
          <a:ext cx="1671679" cy="66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b="1" i="0" kern="1200"/>
            <a:t>Indexing &amp; Retrieval</a:t>
          </a:r>
          <a:br>
            <a:rPr lang="en-IN" sz="1100" b="0" i="0" kern="1200"/>
          </a:br>
          <a:r>
            <a:rPr lang="en-IN" sz="1100" b="0" i="0" kern="1200"/>
            <a:t>• BM25</a:t>
          </a:r>
          <a:br>
            <a:rPr lang="en-IN" sz="1100" b="0" i="0" kern="1200"/>
          </a:br>
          <a:r>
            <a:rPr lang="en-IN" sz="1100" b="0" i="0" kern="1200"/>
            <a:t>• Vector DB</a:t>
          </a:r>
          <a:br>
            <a:rPr lang="en-IN" sz="1100" b="0" i="0" kern="1200"/>
          </a:br>
          <a:r>
            <a:rPr lang="en-IN" sz="1100" b="0" i="0" kern="1200"/>
            <a:t>• Reranker</a:t>
          </a:r>
        </a:p>
      </dsp:txBody>
      <dsp:txXfrm>
        <a:off x="1966974" y="1874194"/>
        <a:ext cx="1671679" cy="668671"/>
      </dsp:txXfrm>
    </dsp:sp>
    <dsp:sp modelId="{095F4398-1FD5-4ED0-9307-E5E69AE64261}">
      <dsp:nvSpPr>
        <dsp:cNvPr id="0" name=""/>
        <dsp:cNvSpPr/>
      </dsp:nvSpPr>
      <dsp:spPr>
        <a:xfrm>
          <a:off x="4257175" y="536850"/>
          <a:ext cx="1019724" cy="10197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28B74C-B86E-4A5B-BC4A-C1FB54F4C50E}">
      <dsp:nvSpPr>
        <dsp:cNvPr id="0" name=""/>
        <dsp:cNvSpPr/>
      </dsp:nvSpPr>
      <dsp:spPr>
        <a:xfrm>
          <a:off x="4474494" y="754169"/>
          <a:ext cx="585087" cy="5850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494A71-042A-44A8-8CCD-EB43D33EB0E6}">
      <dsp:nvSpPr>
        <dsp:cNvPr id="0" name=""/>
        <dsp:cNvSpPr/>
      </dsp:nvSpPr>
      <dsp:spPr>
        <a:xfrm>
          <a:off x="3931198" y="1874194"/>
          <a:ext cx="1671679" cy="66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b="1" i="0" kern="1200"/>
            <a:t>LLM Layer</a:t>
          </a:r>
          <a:br>
            <a:rPr lang="en-IN" sz="1100" b="0" i="0" kern="1200"/>
          </a:br>
          <a:r>
            <a:rPr lang="en-IN" sz="1100" b="0" i="0" kern="1200"/>
            <a:t>• Aspect Extraction</a:t>
          </a:r>
          <a:br>
            <a:rPr lang="en-IN" sz="1100" b="0" i="0" kern="1200"/>
          </a:br>
          <a:r>
            <a:rPr lang="en-IN" sz="1100" b="0" i="0" kern="1200"/>
            <a:t>• Sentiment Attribution</a:t>
          </a:r>
          <a:br>
            <a:rPr lang="en-IN" sz="1100" b="0" i="0" kern="1200"/>
          </a:br>
          <a:r>
            <a:rPr lang="en-IN" sz="1100" b="0" i="0" kern="1200"/>
            <a:t>• RAG Answerer</a:t>
          </a:r>
        </a:p>
      </dsp:txBody>
      <dsp:txXfrm>
        <a:off x="3931198" y="1874194"/>
        <a:ext cx="1671679" cy="668671"/>
      </dsp:txXfrm>
    </dsp:sp>
    <dsp:sp modelId="{50692E62-EA42-4D91-B49B-51E89A47A3FE}">
      <dsp:nvSpPr>
        <dsp:cNvPr id="0" name=""/>
        <dsp:cNvSpPr/>
      </dsp:nvSpPr>
      <dsp:spPr>
        <a:xfrm>
          <a:off x="1310840" y="2960786"/>
          <a:ext cx="1019724" cy="10197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F209BC-E9A2-47F8-9283-D36E1FCBCB5F}">
      <dsp:nvSpPr>
        <dsp:cNvPr id="0" name=""/>
        <dsp:cNvSpPr/>
      </dsp:nvSpPr>
      <dsp:spPr>
        <a:xfrm>
          <a:off x="1528158" y="3178104"/>
          <a:ext cx="585087" cy="5850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718C89-9A72-4B90-A000-52418C5DE6A0}">
      <dsp:nvSpPr>
        <dsp:cNvPr id="0" name=""/>
        <dsp:cNvSpPr/>
      </dsp:nvSpPr>
      <dsp:spPr>
        <a:xfrm>
          <a:off x="984862" y="4298130"/>
          <a:ext cx="1671679" cy="66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i="0" kern="1200"/>
            <a:t>Compliance &amp; QA</a:t>
          </a:r>
          <a:br>
            <a:rPr lang="en-US" sz="1100" b="0" i="0" kern="1200"/>
          </a:br>
          <a:r>
            <a:rPr lang="en-US" sz="1100" b="0" i="0" kern="1200"/>
            <a:t>• Compliance Checker</a:t>
          </a:r>
          <a:br>
            <a:rPr lang="en-US" sz="1100" b="0" i="0" kern="1200"/>
          </a:br>
          <a:r>
            <a:rPr lang="en-US" sz="1100" b="0" i="0" kern="1200"/>
            <a:t>• Faithfulness Evaluator</a:t>
          </a:r>
        </a:p>
      </dsp:txBody>
      <dsp:txXfrm>
        <a:off x="984862" y="4298130"/>
        <a:ext cx="1671679" cy="668671"/>
      </dsp:txXfrm>
    </dsp:sp>
    <dsp:sp modelId="{B8346EE9-C599-402F-A46F-A714768461AA}">
      <dsp:nvSpPr>
        <dsp:cNvPr id="0" name=""/>
        <dsp:cNvSpPr/>
      </dsp:nvSpPr>
      <dsp:spPr>
        <a:xfrm>
          <a:off x="3275064" y="2960786"/>
          <a:ext cx="1019724" cy="10197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15B4C8-3D9F-448D-A79B-E1B9F6CE7857}">
      <dsp:nvSpPr>
        <dsp:cNvPr id="0" name=""/>
        <dsp:cNvSpPr/>
      </dsp:nvSpPr>
      <dsp:spPr>
        <a:xfrm>
          <a:off x="3492382" y="3178104"/>
          <a:ext cx="585087" cy="5850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CBC8B-4B48-4164-B481-350507E80B88}">
      <dsp:nvSpPr>
        <dsp:cNvPr id="0" name=""/>
        <dsp:cNvSpPr/>
      </dsp:nvSpPr>
      <dsp:spPr>
        <a:xfrm>
          <a:off x="2949086" y="4298130"/>
          <a:ext cx="1671679" cy="668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b="1" i="0" kern="1200"/>
            <a:t>Ops</a:t>
          </a:r>
          <a:br>
            <a:rPr lang="en-IN" sz="1100" b="0" i="0" kern="1200"/>
          </a:br>
          <a:r>
            <a:rPr lang="en-IN" sz="1100" b="0" i="0" kern="1200"/>
            <a:t>• Monitoring</a:t>
          </a:r>
          <a:br>
            <a:rPr lang="en-IN" sz="1100" b="0" i="0" kern="1200"/>
          </a:br>
          <a:r>
            <a:rPr lang="en-IN" sz="1100" b="0" i="0" kern="1200"/>
            <a:t>• Redaction</a:t>
          </a:r>
        </a:p>
      </dsp:txBody>
      <dsp:txXfrm>
        <a:off x="2949086" y="4298130"/>
        <a:ext cx="1671679" cy="6686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8D669-1A68-4E53-B74E-2CFD55072D3F}" type="datetimeFigureOut"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1839E-EA35-408D-B287-EE8399BA86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21839E-EA35-408D-B287-EE8399BA865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489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85E68-8D6C-42FB-BFEC-5FC89936D49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142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AE3CF-F47D-12CF-5FFB-B9726DF56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B75836-B340-68F6-0BB1-78B806B62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B5B51-5501-C2DF-AE52-6327512EA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E51BF-C3E2-2050-58AE-3AC7B544A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85E68-8D6C-42FB-BFEC-5FC89936D49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943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E4118E-B5A5-48F0-9B1A-495939AF04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0678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16E29-E47F-9381-223B-B37E88613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DC67E-30EE-B1F5-EC8B-474616E20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1B43E-ED47-9368-35AE-4FE7EE699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7E1A-86AE-544F-A765-DD401B4D5E9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10903-B75E-94F4-78CD-2F4CC718A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6433D-B2A8-B8B1-4E7D-1DFDBABC2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93B4-BBBB-4245-86B2-42D6C6D18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3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1CB55-06A8-6ED4-D1BF-868B5CEE4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26C47-478F-B620-1D7D-285A1DC3F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67642-3CCB-B78F-444A-C7F06C27C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7E1A-86AE-544F-A765-DD401B4D5E9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CDE0A-A91B-0929-78BB-017359E1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49BFE-4114-2BBF-491C-1F0476AA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93B4-BBBB-4245-86B2-42D6C6D18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21E0B-AEF8-2E63-8390-A840725DB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06A8E-E3FD-D48E-2668-EF82D6E8E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B9171-472B-0795-0CE8-77C7A11DC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7E1A-86AE-544F-A765-DD401B4D5E9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07091-F3C7-E001-1389-85FD6748D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72D1E-B861-9DEA-E318-615D6EA1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93B4-BBBB-4245-86B2-42D6C6D18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17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00E5-23D6-EA82-CE09-3293EF20E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9D942-065E-C297-63DC-ABA7E7B514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DB0EE-DE60-8D7B-C97F-ACC9227D2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88936-B4D2-4B2F-54B4-806DFF84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7E1A-86AE-544F-A765-DD401B4D5E9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26D24-0CFB-FD57-7E2E-4C3AEDB9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613A8-6011-1556-FCC5-06996EF5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93B4-BBBB-4245-86B2-42D6C6D18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7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6076-7188-33D3-DB90-DAFF045F5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074B9-778C-D983-17B2-8323D5EBC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66F366-ACED-2531-F160-60CB6CDD6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9F9B09-8A54-8A8B-4892-5122F02ABB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CCB6F-DC90-2E03-1A04-851BA95E66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8E05D-874F-0CE7-59F0-B4550A1EE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7E1A-86AE-544F-A765-DD401B4D5E9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25705E-ECAD-8E55-6F82-10291EC94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6AF9D0-0A08-D92B-761D-B9E23C40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93B4-BBBB-4245-86B2-42D6C6D18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26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5EC56-FF73-99E0-B67B-222FA20AD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50E90E-96B5-C9E7-B640-249C875B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7E1A-86AE-544F-A765-DD401B4D5E9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36130A-6FF5-9C6F-DFFD-A85228CDC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10541-2F98-235A-8569-A92A33018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93B4-BBBB-4245-86B2-42D6C6D18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418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38E741-2289-41B9-7B8C-99C10D012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7E1A-86AE-544F-A765-DD401B4D5E9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CB6120-054A-17E8-E64E-249B5B15A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D9A93-D798-9B29-5118-DD1E42A9F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93B4-BBBB-4245-86B2-42D6C6D18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222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1B7BF-EC5C-C8A4-2ECE-8AF78A764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5EBEA-9FC6-FE42-58DD-EB7DD0F62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CD959-6BDF-1F61-F5B2-68736FADE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9FF9F-F5E8-DCB7-78A9-36E0DE4E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7E1A-86AE-544F-A765-DD401B4D5E9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11641-4BCC-E86D-A1EE-DFAE42C35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396B7-0E38-3F50-7ECB-3E7707E6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93B4-BBBB-4245-86B2-42D6C6D18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07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BD89-F8DB-A475-C3CE-6381A7AC9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E74750-2223-D11D-9989-07C29DBFA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A85A5-4D07-FAE7-4AF8-644B0E77C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FA43FD-8EFF-BB33-2383-819ECDC7C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7E1A-86AE-544F-A765-DD401B4D5E9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5BEAE-0047-B1CC-ED0E-74993E186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1EEDBD-60FF-F883-83D2-95EB25A78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93B4-BBBB-4245-86B2-42D6C6D18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4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9FE7-82AC-74B4-D805-3594B48A7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85157-3FD8-5325-241A-6169076A4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26CF2-856A-98C2-D374-2C26A9C61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7E1A-86AE-544F-A765-DD401B4D5E9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60B5-CD85-E2BB-B7F4-3798D1CF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48C72-278B-0460-54CA-B6A7AFFE4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93B4-BBBB-4245-86B2-42D6C6D18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51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A52D0F-0029-DCB5-04C0-CCE99F42C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09B86B-4BBA-9E3C-2D0E-69C54ED9D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94D6A-704E-EECC-30BA-B6DED97C7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47E1A-86AE-544F-A765-DD401B4D5E9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58CA0-54A5-C00E-28B1-A50B6DCB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88264-2746-CD0D-CFEE-D4C2F9ED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93B4-BBBB-4245-86B2-42D6C6D18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83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88BB3A7F-5379-5659-446F-E81E809C3033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i="0" smtClean="0">
                <a:solidFill>
                  <a:srgbClr val="00001E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i="0">
              <a:solidFill>
                <a:srgbClr val="00001E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539C3D-FA56-7941-169F-DCBDF57BC499}"/>
              </a:ext>
            </a:extLst>
          </p:cNvPr>
          <p:cNvSpPr/>
          <p:nvPr userDrawn="1"/>
        </p:nvSpPr>
        <p:spPr>
          <a:xfrm>
            <a:off x="0" y="-12357"/>
            <a:ext cx="12192000" cy="706913"/>
          </a:xfrm>
          <a:prstGeom prst="rect">
            <a:avLst/>
          </a:prstGeom>
          <a:solidFill>
            <a:srgbClr val="7EB6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2800" b="1">
              <a:solidFill>
                <a:sysClr val="windowText" lastClr="000000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3387F-3EEA-659A-499F-54DA6586F89B}"/>
              </a:ext>
            </a:extLst>
          </p:cNvPr>
          <p:cNvSpPr/>
          <p:nvPr userDrawn="1"/>
        </p:nvSpPr>
        <p:spPr>
          <a:xfrm>
            <a:off x="0" y="694557"/>
            <a:ext cx="12192000" cy="988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2800" b="1">
              <a:latin typeface="+mj-lt"/>
            </a:endParaRPr>
          </a:p>
        </p:txBody>
      </p:sp>
      <p:sp>
        <p:nvSpPr>
          <p:cNvPr id="12" name="Google Shape;43;p48">
            <a:extLst>
              <a:ext uri="{FF2B5EF4-FFF2-40B4-BE49-F238E27FC236}">
                <a16:creationId xmlns:a16="http://schemas.microsoft.com/office/drawing/2014/main" id="{1345EA2D-C71F-F98B-25B7-6849ED7936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745" y="91080"/>
            <a:ext cx="11837901" cy="51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33"/>
              <a:buFont typeface="Quattrocento Sans"/>
              <a:buNone/>
              <a:defRPr sz="2400" b="1" i="0" u="none" strike="noStrike" cap="none">
                <a:solidFill>
                  <a:schemeClr val="bg1"/>
                </a:solidFill>
                <a:latin typeface="+mj-lt"/>
                <a:ea typeface="Aptos" panose="020B0004020202020204" pitchFamily="34" charset="0"/>
                <a:cs typeface="Segoe UI Light" panose="020B0502040204020203" pitchFamily="34" charset="0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3511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 dark" userDrawn="1">
  <p:cSld name="9_Title slide dark">
    <p:bg>
      <p:bgPr>
        <a:solidFill>
          <a:schemeClr val="bg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42F94E-BF5D-2F56-5FE6-C09FE7CC9DF3}"/>
              </a:ext>
            </a:extLst>
          </p:cNvPr>
          <p:cNvSpPr/>
          <p:nvPr userDrawn="1"/>
        </p:nvSpPr>
        <p:spPr>
          <a:xfrm>
            <a:off x="11711878" y="6491947"/>
            <a:ext cx="322667" cy="22224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50772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5957C0-C9FD-924F-A662-3B71DAE40C56}" type="slidenum">
              <a:rPr kumimoji="0" lang="uk-UA" sz="1000" b="0" i="0" u="none" strike="noStrike" kern="1200" cap="none" spc="0" normalizeH="0" baseline="0" noProof="0" smtClean="0">
                <a:ln>
                  <a:noFill/>
                </a:ln>
                <a:solidFill>
                  <a:srgbClr val="2C2E8C"/>
                </a:solidFill>
                <a:effectLst/>
                <a:uLnTx/>
                <a:uFillTx/>
                <a:latin typeface="Aptos" panose="020B0004020202020204" pitchFamily="34" charset="0"/>
                <a:cs typeface="Calibri" panose="020F0502020204030204" pitchFamily="34" charset="0"/>
              </a:rPr>
              <a:pPr marL="0" marR="0" lvl="0" indent="0" algn="ctr" defTabSz="50772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uk-UA" sz="1166" b="0" i="0" u="none" strike="noStrike" kern="1200" cap="none" spc="0" normalizeH="0" baseline="0" noProof="0">
              <a:ln>
                <a:noFill/>
              </a:ln>
              <a:solidFill>
                <a:srgbClr val="2C2E8C"/>
              </a:solidFill>
              <a:effectLst/>
              <a:uLnTx/>
              <a:uFillTx/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74E6D5-0B92-0DB5-7E50-CD23564BFDA0}"/>
              </a:ext>
            </a:extLst>
          </p:cNvPr>
          <p:cNvSpPr/>
          <p:nvPr userDrawn="1"/>
        </p:nvSpPr>
        <p:spPr>
          <a:xfrm>
            <a:off x="10442806" y="7172298"/>
            <a:ext cx="540000" cy="540000"/>
          </a:xfrm>
          <a:prstGeom prst="ellipse">
            <a:avLst/>
          </a:prstGeom>
          <a:solidFill>
            <a:srgbClr val="0033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400" b="1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F3CA26E-4D08-CD60-0C74-BF73F61676E4}"/>
              </a:ext>
            </a:extLst>
          </p:cNvPr>
          <p:cNvSpPr/>
          <p:nvPr userDrawn="1"/>
        </p:nvSpPr>
        <p:spPr>
          <a:xfrm>
            <a:off x="11047403" y="7172298"/>
            <a:ext cx="540000" cy="540000"/>
          </a:xfrm>
          <a:prstGeom prst="ellipse">
            <a:avLst/>
          </a:prstGeom>
          <a:solidFill>
            <a:srgbClr val="0028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400" b="1"/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8974E80C-F416-81A4-B402-1389CCBFABE7}"/>
              </a:ext>
            </a:extLst>
          </p:cNvPr>
          <p:cNvSpPr txBox="1"/>
          <p:nvPr userDrawn="1"/>
        </p:nvSpPr>
        <p:spPr>
          <a:xfrm>
            <a:off x="11652000" y="7172298"/>
            <a:ext cx="540000" cy="540000"/>
          </a:xfrm>
          <a:prstGeom prst="ellipse">
            <a:avLst/>
          </a:prstGeom>
          <a:solidFill>
            <a:srgbClr val="005480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rtlCol="0" anchor="ctr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EB62F3-4581-4F28-932A-C8EB207B8336}"/>
              </a:ext>
            </a:extLst>
          </p:cNvPr>
          <p:cNvSpPr/>
          <p:nvPr userDrawn="1"/>
        </p:nvSpPr>
        <p:spPr>
          <a:xfrm>
            <a:off x="0" y="-12357"/>
            <a:ext cx="12192000" cy="706913"/>
          </a:xfrm>
          <a:prstGeom prst="rect">
            <a:avLst/>
          </a:prstGeom>
          <a:solidFill>
            <a:srgbClr val="7EB6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2800" b="1">
              <a:solidFill>
                <a:sysClr val="windowText" lastClr="000000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4E7D71-51C2-D6FD-6017-A426E6B7E051}"/>
              </a:ext>
            </a:extLst>
          </p:cNvPr>
          <p:cNvSpPr/>
          <p:nvPr userDrawn="1"/>
        </p:nvSpPr>
        <p:spPr>
          <a:xfrm>
            <a:off x="0" y="694557"/>
            <a:ext cx="12192000" cy="988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2800" b="1">
              <a:latin typeface="+mj-lt"/>
            </a:endParaRPr>
          </a:p>
        </p:txBody>
      </p:sp>
      <p:sp>
        <p:nvSpPr>
          <p:cNvPr id="14" name="Google Shape;43;p48">
            <a:extLst>
              <a:ext uri="{FF2B5EF4-FFF2-40B4-BE49-F238E27FC236}">
                <a16:creationId xmlns:a16="http://schemas.microsoft.com/office/drawing/2014/main" id="{DE22399C-2B1C-0339-26F5-6A61FDE4FA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745" y="91080"/>
            <a:ext cx="11837901" cy="51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33"/>
              <a:buFont typeface="Quattrocento Sans"/>
              <a:buNone/>
              <a:defRPr sz="2400" b="1" i="0" u="none" strike="noStrike" cap="none">
                <a:solidFill>
                  <a:schemeClr val="bg1"/>
                </a:solidFill>
                <a:latin typeface="+mj-lt"/>
                <a:ea typeface="Aptos" panose="020B0004020202020204" pitchFamily="34" charset="0"/>
                <a:cs typeface="Segoe UI Light" panose="020B0502040204020203" pitchFamily="34" charset="0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207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88BB3A7F-5379-5659-446F-E81E809C3033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i="0" smtClean="0">
                <a:solidFill>
                  <a:srgbClr val="00001E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i="0">
              <a:solidFill>
                <a:srgbClr val="00001E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D63962-0810-7231-B3DE-AD58E25D70E0}"/>
              </a:ext>
            </a:extLst>
          </p:cNvPr>
          <p:cNvSpPr/>
          <p:nvPr userDrawn="1"/>
        </p:nvSpPr>
        <p:spPr>
          <a:xfrm>
            <a:off x="0" y="-12357"/>
            <a:ext cx="12192000" cy="706913"/>
          </a:xfrm>
          <a:prstGeom prst="rect">
            <a:avLst/>
          </a:prstGeom>
          <a:solidFill>
            <a:srgbClr val="7EB6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2800" b="1">
              <a:solidFill>
                <a:sysClr val="windowText" lastClr="000000"/>
              </a:solidFill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4F6C47-A52D-D52D-B487-54BABB8F9A83}"/>
              </a:ext>
            </a:extLst>
          </p:cNvPr>
          <p:cNvSpPr/>
          <p:nvPr userDrawn="1"/>
        </p:nvSpPr>
        <p:spPr>
          <a:xfrm>
            <a:off x="0" y="694557"/>
            <a:ext cx="12192000" cy="988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endParaRPr lang="en-US" sz="2800" b="1">
              <a:latin typeface="+mj-lt"/>
            </a:endParaRPr>
          </a:p>
        </p:txBody>
      </p:sp>
      <p:sp>
        <p:nvSpPr>
          <p:cNvPr id="7" name="Google Shape;43;p48">
            <a:extLst>
              <a:ext uri="{FF2B5EF4-FFF2-40B4-BE49-F238E27FC236}">
                <a16:creationId xmlns:a16="http://schemas.microsoft.com/office/drawing/2014/main" id="{6A4AC9AD-3E3F-8781-597C-830CED08F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745" y="91080"/>
            <a:ext cx="11837901" cy="512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333"/>
              <a:buFont typeface="Quattrocento Sans"/>
              <a:buNone/>
              <a:defRPr sz="2400" b="1" i="0" u="none" strike="noStrike" cap="none">
                <a:solidFill>
                  <a:schemeClr val="bg1"/>
                </a:solidFill>
                <a:latin typeface="+mj-lt"/>
                <a:ea typeface="Aptos" panose="020B0004020202020204" pitchFamily="34" charset="0"/>
                <a:cs typeface="Segoe UI Light" panose="020B0502040204020203" pitchFamily="34" charset="0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0095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BA5E112F-F5E3-1239-9356-9397EE4D0862}"/>
              </a:ext>
            </a:extLst>
          </p:cNvPr>
          <p:cNvSpPr txBox="1">
            <a:spLocks/>
          </p:cNvSpPr>
          <p:nvPr userDrawn="1"/>
        </p:nvSpPr>
        <p:spPr>
          <a:xfrm>
            <a:off x="11221092" y="6437871"/>
            <a:ext cx="828094" cy="324138"/>
          </a:xfrm>
          <a:prstGeom prst="rect">
            <a:avLst/>
          </a:prstGeom>
        </p:spPr>
        <p:txBody>
          <a:bodyPr lIns="104891" tIns="52445" rIns="104891" bIns="52445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FF439014-E629-42E3-A58B-61A0F1C8CFFE}" type="slidenum">
              <a:rPr lang="en-US" sz="1200" b="0" i="0" smtClean="0">
                <a:solidFill>
                  <a:srgbClr val="00001E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algn="r"/>
              <a:t>‹#›</a:t>
            </a:fld>
            <a:endParaRPr lang="en-US" sz="1200" b="0" i="0">
              <a:solidFill>
                <a:srgbClr val="00001E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 descr="A picture containing text&#10;&#10;Description automatically generated">
            <a:extLst>
              <a:ext uri="{FF2B5EF4-FFF2-40B4-BE49-F238E27FC236}">
                <a16:creationId xmlns:a16="http://schemas.microsoft.com/office/drawing/2014/main" id="{A69005D8-0A67-F661-0422-39B24F37BB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91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947A63-CFE8-CA9F-F001-1F56795E58C8}"/>
              </a:ext>
            </a:extLst>
          </p:cNvPr>
          <p:cNvSpPr txBox="1"/>
          <p:nvPr userDrawn="1"/>
        </p:nvSpPr>
        <p:spPr>
          <a:xfrm>
            <a:off x="387463" y="796199"/>
            <a:ext cx="6345306" cy="18024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15000"/>
              </a:lnSpc>
            </a:pPr>
            <a:r>
              <a:rPr lang="en-US" sz="7000" b="0" i="0" spc="-15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Let’s get to the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42EB41-E38E-AD39-7A44-A07A0987B1B7}"/>
              </a:ext>
            </a:extLst>
          </p:cNvPr>
          <p:cNvSpPr txBox="1"/>
          <p:nvPr userDrawn="1"/>
        </p:nvSpPr>
        <p:spPr>
          <a:xfrm>
            <a:off x="842241" y="1921181"/>
            <a:ext cx="6345306" cy="1802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0"/>
              </a:lnSpc>
            </a:pPr>
            <a:r>
              <a:rPr lang="en-US" sz="7000" b="0" i="0" spc="-15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future, faster.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45133F-5B58-B32C-5DAA-CC87E085DD48}"/>
              </a:ext>
            </a:extLst>
          </p:cNvPr>
          <p:cNvSpPr txBox="1"/>
          <p:nvPr userDrawn="1"/>
        </p:nvSpPr>
        <p:spPr>
          <a:xfrm>
            <a:off x="838034" y="2973140"/>
            <a:ext cx="4368025" cy="1769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0"/>
              </a:lnSpc>
            </a:pPr>
            <a:r>
              <a:rPr lang="en-US" sz="7000" b="0" i="0" spc="-150">
                <a:solidFill>
                  <a:srgbClr val="0192D5"/>
                </a:solidFill>
                <a:effectLst/>
                <a:latin typeface="Aptos" panose="020B0004020202020204" pitchFamily="34" charset="0"/>
              </a:rPr>
              <a:t>Together.</a:t>
            </a:r>
          </a:p>
        </p:txBody>
      </p:sp>
    </p:spTree>
    <p:extLst>
      <p:ext uri="{BB962C8B-B14F-4D97-AF65-F5344CB8AC3E}">
        <p14:creationId xmlns:p14="http://schemas.microsoft.com/office/powerpoint/2010/main" val="2416841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 userDrawn="1"/>
        </p:nvSpPr>
        <p:spPr>
          <a:xfrm>
            <a:off x="4115007" y="6427910"/>
            <a:ext cx="3945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rgbClr val="7C7C7C"/>
                </a:solidFill>
                <a:latin typeface="Calibri (Body)"/>
                <a:cs typeface="Calibri" panose="020F0502020204030204" pitchFamily="34" charset="0"/>
              </a:rPr>
              <a:t>©LTIMindtree | Privileged and Confidential 2025</a:t>
            </a:r>
          </a:p>
        </p:txBody>
      </p:sp>
      <p:sp>
        <p:nvSpPr>
          <p:cNvPr id="24" name="Rectangle 23"/>
          <p:cNvSpPr/>
          <p:nvPr userDrawn="1"/>
        </p:nvSpPr>
        <p:spPr>
          <a:xfrm>
            <a:off x="11663033" y="6522514"/>
            <a:ext cx="3674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45704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5957C0-C9FD-924F-A662-3B71DAE40C56}" type="slidenum">
              <a:rPr kumimoji="0" lang="uk-UA" sz="1200" b="0" i="0" u="none" strike="noStrike" kern="1200" cap="none" spc="0" normalizeH="0" baseline="0" noProof="0" smtClean="0">
                <a:ln>
                  <a:noFill/>
                </a:ln>
                <a:solidFill>
                  <a:srgbClr val="005480"/>
                </a:solidFill>
                <a:effectLst/>
                <a:uLnTx/>
                <a:uFillTx/>
                <a:latin typeface="Calibri (Body)"/>
                <a:cs typeface="Calibri" panose="020F0502020204030204" pitchFamily="34" charset="0"/>
              </a:rPr>
              <a:pPr marL="0" marR="0" lvl="0" indent="0" algn="ctr" defTabSz="457041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uk-UA" sz="1600" b="0" i="0" u="none" strike="noStrike" kern="1200" cap="none" spc="0" normalizeH="0" baseline="0" noProof="0">
              <a:ln>
                <a:noFill/>
              </a:ln>
              <a:solidFill>
                <a:srgbClr val="005480"/>
              </a:solidFill>
              <a:effectLst/>
              <a:uLnTx/>
              <a:uFillTx/>
              <a:latin typeface="Calibri (Body)"/>
              <a:cs typeface="Calibri" panose="020F050202020403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5F60B-76FF-6C04-BE01-B357481B5AF1}"/>
              </a:ext>
            </a:extLst>
          </p:cNvPr>
          <p:cNvSpPr/>
          <p:nvPr userDrawn="1"/>
        </p:nvSpPr>
        <p:spPr>
          <a:xfrm>
            <a:off x="11663363" y="6484144"/>
            <a:ext cx="366712" cy="373856"/>
          </a:xfrm>
          <a:custGeom>
            <a:avLst/>
            <a:gdLst>
              <a:gd name="connsiteX0" fmla="*/ 0 w 366712"/>
              <a:gd name="connsiteY0" fmla="*/ 373856 h 373856"/>
              <a:gd name="connsiteX1" fmla="*/ 0 w 366712"/>
              <a:gd name="connsiteY1" fmla="*/ 0 h 373856"/>
              <a:gd name="connsiteX2" fmla="*/ 366712 w 366712"/>
              <a:gd name="connsiteY2" fmla="*/ 0 h 373856"/>
              <a:gd name="connsiteX3" fmla="*/ 366712 w 366712"/>
              <a:gd name="connsiteY3" fmla="*/ 371475 h 373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712" h="373856">
                <a:moveTo>
                  <a:pt x="0" y="373856"/>
                </a:moveTo>
                <a:lnTo>
                  <a:pt x="0" y="0"/>
                </a:lnTo>
                <a:lnTo>
                  <a:pt x="366712" y="0"/>
                </a:lnTo>
                <a:lnTo>
                  <a:pt x="366712" y="371475"/>
                </a:lnTo>
              </a:path>
            </a:pathLst>
          </a:custGeom>
          <a:noFill/>
          <a:ln w="9525">
            <a:solidFill>
              <a:srgbClr val="005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>
              <a:latin typeface="Calibri (Body)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0C911D-8806-82C3-A9FF-4CBDF1BC9235}"/>
              </a:ext>
            </a:extLst>
          </p:cNvPr>
          <p:cNvGrpSpPr/>
          <p:nvPr userDrawn="1"/>
        </p:nvGrpSpPr>
        <p:grpSpPr>
          <a:xfrm>
            <a:off x="44452" y="358777"/>
            <a:ext cx="723715" cy="171449"/>
            <a:chOff x="-2572259" y="2102179"/>
            <a:chExt cx="273160" cy="6471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69BB774-D69A-7829-CF9A-8ACB1377D17D}"/>
                </a:ext>
              </a:extLst>
            </p:cNvPr>
            <p:cNvSpPr/>
            <p:nvPr userDrawn="1"/>
          </p:nvSpPr>
          <p:spPr>
            <a:xfrm flipH="1">
              <a:off x="-2363812" y="2102179"/>
              <a:ext cx="64713" cy="6471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200">
                <a:latin typeface="Calibri (Body)"/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5A19641-3032-37F4-3FDD-FA79FE289347}"/>
                </a:ext>
              </a:extLst>
            </p:cNvPr>
            <p:cNvSpPr/>
            <p:nvPr userDrawn="1"/>
          </p:nvSpPr>
          <p:spPr>
            <a:xfrm flipH="1">
              <a:off x="-2572259" y="2107113"/>
              <a:ext cx="178310" cy="54845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rgbClr val="00273E">
                    <a:alpha val="0"/>
                  </a:srgbClr>
                </a:gs>
                <a:gs pos="0">
                  <a:srgbClr val="00548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200">
                <a:latin typeface="Calibri (Body)"/>
              </a:endParaRPr>
            </a:p>
          </p:txBody>
        </p:sp>
      </p:grpSp>
      <p:sp>
        <p:nvSpPr>
          <p:cNvPr id="23" name="Rectangle 83">
            <a:extLst>
              <a:ext uri="{FF2B5EF4-FFF2-40B4-BE49-F238E27FC236}">
                <a16:creationId xmlns:a16="http://schemas.microsoft.com/office/drawing/2014/main" id="{4A4F7734-4D42-4D5D-3C3F-495FD9D6A9A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gray">
          <a:xfrm>
            <a:off x="895351" y="185187"/>
            <a:ext cx="10593371" cy="4876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91440" rIns="91440" bIns="91440" numCol="1" anchor="t" anchorCtr="0" compatLnSpc="1">
            <a:prstTxWarp prst="textNoShape">
              <a:avLst/>
            </a:prstTxWarp>
            <a:noAutofit/>
          </a:bodyPr>
          <a:lstStyle>
            <a:lvl1pPr algn="l"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  <a:latin typeface="Bw Modelica SS02" panose="00000600000000000000" pitchFamily="50" charset="0"/>
              </a:defRPr>
            </a:lvl1pPr>
          </a:lstStyle>
          <a:p>
            <a:pPr lvl="0"/>
            <a:r>
              <a:rPr lang="en-US"/>
              <a:t>Click to Edit Master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CA6E5E-D957-A7B7-98E4-227808E7DA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8" y="6325323"/>
            <a:ext cx="1508686" cy="42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7495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light in the dark&#10;&#10;AI-generated content may be incorrect.">
            <a:extLst>
              <a:ext uri="{FF2B5EF4-FFF2-40B4-BE49-F238E27FC236}">
                <a16:creationId xmlns:a16="http://schemas.microsoft.com/office/drawing/2014/main" id="{26F708EF-2673-E3EA-3D68-D4A9D82F84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1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D6F68-0FA1-89FB-94CA-B6BD1B397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C5F59-6916-4F92-B7A0-4FD79F248435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C4CACA-BC97-B5DC-F026-301AAB8E3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LTIMindtree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416C8F-8BCA-D765-DFB2-46C13F3FD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93B4-BBBB-4245-86B2-42D6C6D18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131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5E0A6A-C63F-CD81-C93D-C62562459A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"/>
            <a:ext cx="12192000" cy="6857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616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679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249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794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7715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4323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57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473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4376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0397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4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74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E21A41-6F47-CFF9-F710-42B19CB31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DA976-A4EC-E733-3FD6-CCAE92E36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49836-7C1F-0078-5D57-70B51086E5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47E1A-86AE-544F-A765-DD401B4D5E9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4B15E-4B24-4A8A-1F78-F75A307DB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766EB-5285-7E55-12B6-A5ED1EA78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393B4-BBBB-4245-86B2-42D6C6D18E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0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250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openxmlformats.org/officeDocument/2006/relationships/image" Target="../media/image14.png"/><Relationship Id="rId4" Type="http://schemas.openxmlformats.org/officeDocument/2006/relationships/diagramLayout" Target="../diagrams/layout7.xml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830A0-04C8-D41F-21A6-72001C5B5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dotted surface with light shining on it&#10;&#10;AI-generated content may be incorrect.">
            <a:extLst>
              <a:ext uri="{FF2B5EF4-FFF2-40B4-BE49-F238E27FC236}">
                <a16:creationId xmlns:a16="http://schemas.microsoft.com/office/drawing/2014/main" id="{5857FDE8-03A9-FF9C-5E27-64B6CD3FEB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660" b="21667"/>
          <a:stretch>
            <a:fillRect/>
          </a:stretch>
        </p:blipFill>
        <p:spPr>
          <a:xfrm>
            <a:off x="1083" y="0"/>
            <a:ext cx="1219091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724EF3-D9E4-BA9B-AB4D-F3B4A0533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100" y="2490669"/>
            <a:ext cx="9144000" cy="1984609"/>
          </a:xfrm>
        </p:spPr>
        <p:txBody>
          <a:bodyPr>
            <a:noAutofit/>
          </a:bodyPr>
          <a:lstStyle/>
          <a:p>
            <a:pPr algn="l"/>
            <a:r>
              <a:rPr lang="en-US" sz="7000" b="1" dirty="0">
                <a:solidFill>
                  <a:schemeClr val="bg1"/>
                </a:solidFill>
                <a:latin typeface="Tenorite"/>
              </a:rPr>
              <a:t>Aspect Based Sentiment Analysis for Food Industry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882570-A84E-9822-A58D-8B758886C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6100" y="5350786"/>
            <a:ext cx="4591457" cy="3889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Tenorite"/>
              </a:rPr>
              <a:t>Date: 21st January 2026</a:t>
            </a: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54C2B072-31C0-1ECF-5200-D61162F112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6100" y="1005800"/>
            <a:ext cx="2159000" cy="609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84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F7455-B9A8-EC62-2491-8D66E7960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67F06-A815-350C-DC19-C0584FA05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279" y="121698"/>
            <a:ext cx="11864195" cy="689186"/>
          </a:xfrm>
        </p:spPr>
        <p:txBody>
          <a:bodyPr>
            <a:normAutofit/>
          </a:bodyPr>
          <a:lstStyle/>
          <a:p>
            <a:r>
              <a:rPr lang="en-IN" sz="2400" dirty="0"/>
              <a:t>Aspect based sentiment analysis (ABSA) for Food and Nutrition Industry – Problem Statement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A868EF0-E1DB-B354-040C-FE8D3E9B2B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7302635"/>
              </p:ext>
            </p:extLst>
          </p:nvPr>
        </p:nvGraphicFramePr>
        <p:xfrm>
          <a:off x="178279" y="892629"/>
          <a:ext cx="11835442" cy="55735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440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720CC-A8E8-E96A-9038-C1569ECAE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745" y="365125"/>
            <a:ext cx="11038112" cy="941161"/>
          </a:xfrm>
          <a:solidFill>
            <a:schemeClr val="tx2">
              <a:lumMod val="75000"/>
              <a:lumOff val="25000"/>
            </a:schemeClr>
          </a:solidFill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Example :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CA89-4296-AA6A-FE9E-FE39FBEEA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4" y="1393370"/>
            <a:ext cx="5464628" cy="5203371"/>
          </a:xfrm>
          <a:prstGeom prst="rect">
            <a:avLst/>
          </a:prstGeom>
          <a:solidFill>
            <a:srgbClr val="FF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IN" dirty="0">
                <a:solidFill>
                  <a:schemeClr val="tx1"/>
                </a:solidFill>
                <a:latin typeface="Aptos (Body)"/>
              </a:rPr>
              <a:t>❌ Traditional Sentiment</a:t>
            </a:r>
            <a:endParaRPr lang="en-IN" dirty="0">
              <a:solidFill>
                <a:schemeClr val="tx1"/>
              </a:solidFill>
              <a:latin typeface="Aptos (Body)"/>
              <a:ea typeface="Calibri"/>
              <a:cs typeface="Calibri"/>
            </a:endParaRPr>
          </a:p>
          <a:p>
            <a:pPr indent="0">
              <a:buNone/>
            </a:pPr>
            <a:endParaRPr lang="en-IN" dirty="0">
              <a:solidFill>
                <a:schemeClr val="tx1"/>
              </a:solidFill>
              <a:latin typeface="Aptos (Body)"/>
              <a:ea typeface="Calibri"/>
              <a:cs typeface="Calibri"/>
            </a:endParaRPr>
          </a:p>
          <a:p>
            <a:pPr indent="0">
              <a:buNone/>
            </a:pPr>
            <a:r>
              <a:rPr lang="en-IN" dirty="0">
                <a:solidFill>
                  <a:schemeClr val="tx1"/>
                </a:solidFill>
                <a:latin typeface="Aptos (Body)"/>
              </a:rPr>
              <a:t>Review:</a:t>
            </a:r>
            <a:endParaRPr lang="en-IN" dirty="0">
              <a:solidFill>
                <a:schemeClr val="tx1"/>
              </a:solidFill>
              <a:latin typeface="Aptos (Body)"/>
              <a:ea typeface="Calibri"/>
              <a:cs typeface="Calibri"/>
            </a:endParaRPr>
          </a:p>
          <a:p>
            <a:pPr indent="0" algn="just">
              <a:buNone/>
            </a:pPr>
            <a:r>
              <a:rPr lang="en-IN" dirty="0">
                <a:solidFill>
                  <a:schemeClr val="tx1"/>
                </a:solidFill>
                <a:latin typeface="Aptos (Body)"/>
              </a:rPr>
              <a:t>'I like the taste and it does not feel artificial but price is expensive but considering the nutrition values price is ok and package looks attractive.'</a:t>
            </a:r>
            <a:endParaRPr lang="en-IN" dirty="0">
              <a:solidFill>
                <a:schemeClr val="tx1"/>
              </a:solidFill>
              <a:latin typeface="Aptos (Body)"/>
              <a:ea typeface="Calibri"/>
              <a:cs typeface="Calibri"/>
            </a:endParaRPr>
          </a:p>
          <a:p>
            <a:pPr algn="just"/>
            <a:endParaRPr lang="en-IN" dirty="0">
              <a:solidFill>
                <a:schemeClr val="tx1"/>
              </a:solidFill>
              <a:latin typeface="Aptos (Body)"/>
              <a:ea typeface="Calibri"/>
              <a:cs typeface="Calibri"/>
            </a:endParaRPr>
          </a:p>
          <a:p>
            <a:pPr indent="0">
              <a:buNone/>
            </a:pPr>
            <a:r>
              <a:rPr lang="en-IN" dirty="0">
                <a:solidFill>
                  <a:schemeClr val="tx1"/>
                </a:solidFill>
                <a:latin typeface="Aptos (Body)"/>
              </a:rPr>
              <a:t>Model Output : Neutral</a:t>
            </a:r>
          </a:p>
          <a:p>
            <a:pPr lvl="1" indent="0">
              <a:buNone/>
            </a:pPr>
            <a:endParaRPr lang="en-IN" dirty="0">
              <a:solidFill>
                <a:schemeClr val="tx1"/>
              </a:solidFill>
              <a:latin typeface="Aptos (Body)"/>
              <a:ea typeface="Calibri"/>
              <a:cs typeface="Calibri"/>
            </a:endParaRPr>
          </a:p>
          <a:p>
            <a:pPr indent="0">
              <a:buNone/>
            </a:pPr>
            <a:r>
              <a:rPr lang="en-IN" dirty="0">
                <a:solidFill>
                  <a:schemeClr val="tx1"/>
                </a:solidFill>
                <a:latin typeface="Aptos (Body)"/>
              </a:rPr>
              <a:t>No actionable insight.</a:t>
            </a:r>
            <a:endParaRPr lang="en-IN" dirty="0">
              <a:solidFill>
                <a:schemeClr val="tx1"/>
              </a:solidFill>
              <a:latin typeface="Aptos (Body)"/>
              <a:ea typeface="Calibri"/>
              <a:cs typeface="Calibri"/>
            </a:endParaRPr>
          </a:p>
          <a:p>
            <a:pPr indent="0">
              <a:buNone/>
            </a:pPr>
            <a:endParaRPr lang="en-IN" dirty="0">
              <a:solidFill>
                <a:schemeClr val="tx1"/>
              </a:solidFill>
              <a:latin typeface="Aptos (Body)"/>
              <a:ea typeface="Calibri"/>
              <a:cs typeface="Calibri"/>
            </a:endParaRPr>
          </a:p>
          <a:p>
            <a:pPr indent="0">
              <a:buNone/>
            </a:pPr>
            <a:endParaRPr dirty="0">
              <a:solidFill>
                <a:schemeClr val="tx1"/>
              </a:solidFill>
              <a:latin typeface="Aptos (Body)"/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9A9D92-B009-56B5-5600-37E7CCBEFE44}"/>
              </a:ext>
            </a:extLst>
          </p:cNvPr>
          <p:cNvSpPr/>
          <p:nvPr/>
        </p:nvSpPr>
        <p:spPr>
          <a:xfrm>
            <a:off x="6096000" y="1393371"/>
            <a:ext cx="5595257" cy="5203371"/>
          </a:xfrm>
          <a:prstGeom prst="rect">
            <a:avLst/>
          </a:prstGeom>
          <a:solidFill>
            <a:srgbClr val="EAFFF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solidFill>
                  <a:schemeClr val="tx1"/>
                </a:solidFill>
              </a:rPr>
              <a:t>✅ Aspect-Based Sentiment (ABSA)</a:t>
            </a:r>
            <a:endParaRPr lang="en-IN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  <a:ea typeface="Calibri"/>
              <a:cs typeface="Calibri"/>
            </a:endParaRPr>
          </a:p>
          <a:p>
            <a:pPr indent="0">
              <a:buNone/>
            </a:pPr>
            <a:r>
              <a:rPr lang="en-IN" dirty="0">
                <a:solidFill>
                  <a:schemeClr val="tx1"/>
                </a:solidFill>
              </a:rPr>
              <a:t>Review:</a:t>
            </a:r>
            <a:endParaRPr lang="en-IN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IN" dirty="0">
                <a:solidFill>
                  <a:schemeClr val="tx1"/>
                </a:solidFill>
              </a:rPr>
              <a:t>'I like the taste and it does not feel artificial but price is expensive but considering the nutrition values price is ok and package looks attractive.’</a:t>
            </a:r>
            <a:endParaRPr lang="en-IN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dirty="0">
                <a:solidFill>
                  <a:schemeClr val="tx1"/>
                </a:solidFill>
              </a:rPr>
              <a:t>ABSA Output:</a:t>
            </a:r>
            <a:endParaRPr lang="en-IN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dirty="0">
              <a:solidFill>
                <a:schemeClr val="tx1"/>
              </a:solidFill>
              <a:ea typeface="Calibri"/>
              <a:cs typeface="Calibri"/>
            </a:endParaRPr>
          </a:p>
          <a:p>
            <a:pPr lvl="1">
              <a:lnSpc>
                <a:spcPct val="150000"/>
              </a:lnSpc>
            </a:pPr>
            <a:r>
              <a:rPr dirty="0">
                <a:solidFill>
                  <a:schemeClr val="tx1"/>
                </a:solidFill>
              </a:rPr>
              <a:t>Taste → Positive</a:t>
            </a:r>
            <a:endParaRPr dirty="0">
              <a:solidFill>
                <a:schemeClr val="tx1"/>
              </a:solidFill>
              <a:ea typeface="Calibri"/>
              <a:cs typeface="Calibri"/>
            </a:endParaRPr>
          </a:p>
          <a:p>
            <a:pPr lvl="1">
              <a:lnSpc>
                <a:spcPct val="150000"/>
              </a:lnSpc>
            </a:pPr>
            <a:r>
              <a:rPr dirty="0">
                <a:solidFill>
                  <a:schemeClr val="tx1"/>
                </a:solidFill>
              </a:rPr>
              <a:t>Natural Feel → Positive</a:t>
            </a:r>
            <a:endParaRPr dirty="0">
              <a:solidFill>
                <a:schemeClr val="tx1"/>
              </a:solidFill>
              <a:ea typeface="Calibri"/>
              <a:cs typeface="Calibri"/>
            </a:endParaRPr>
          </a:p>
          <a:p>
            <a:pPr lvl="1">
              <a:lnSpc>
                <a:spcPct val="150000"/>
              </a:lnSpc>
            </a:pPr>
            <a:r>
              <a:rPr dirty="0">
                <a:solidFill>
                  <a:schemeClr val="tx1"/>
                </a:solidFill>
              </a:rPr>
              <a:t>Price → Negative</a:t>
            </a:r>
            <a:endParaRPr dirty="0">
              <a:solidFill>
                <a:schemeClr val="tx1"/>
              </a:solidFill>
              <a:ea typeface="Calibri"/>
              <a:cs typeface="Calibri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</a:rPr>
              <a:t>Value for Money</a:t>
            </a:r>
            <a:r>
              <a:rPr dirty="0">
                <a:solidFill>
                  <a:schemeClr val="tx1"/>
                </a:solidFill>
              </a:rPr>
              <a:t> → Positive</a:t>
            </a:r>
            <a:endParaRPr dirty="0">
              <a:solidFill>
                <a:schemeClr val="tx1"/>
              </a:solidFill>
              <a:ea typeface="Calibri"/>
              <a:cs typeface="Calibri"/>
            </a:endParaRPr>
          </a:p>
          <a:p>
            <a:pPr lvl="1">
              <a:lnSpc>
                <a:spcPct val="150000"/>
              </a:lnSpc>
            </a:pPr>
            <a:r>
              <a:rPr dirty="0">
                <a:solidFill>
                  <a:schemeClr val="tx1"/>
                </a:solidFill>
              </a:rPr>
              <a:t>Packaging → Positive</a:t>
            </a:r>
            <a:endParaRPr dirty="0">
              <a:solidFill>
                <a:schemeClr val="tx1"/>
              </a:solidFill>
              <a:ea typeface="Calibri"/>
              <a:cs typeface="Calibri"/>
            </a:endParaRPr>
          </a:p>
          <a:p>
            <a:endParaRPr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dirty="0">
                <a:solidFill>
                  <a:schemeClr val="tx1"/>
                </a:solidFill>
              </a:rPr>
              <a:t>Actionable insights per aspect!</a:t>
            </a:r>
            <a:endParaRPr dirty="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1865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5EBB4-E63E-C3ED-B6A8-16D1DAA51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426FF-76B1-B371-4573-E0CC7F3DB4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279" y="121698"/>
            <a:ext cx="11864195" cy="464898"/>
          </a:xfrm>
        </p:spPr>
        <p:txBody>
          <a:bodyPr>
            <a:normAutofit/>
          </a:bodyPr>
          <a:lstStyle/>
          <a:p>
            <a:r>
              <a:rPr lang="en-IN" sz="2400" dirty="0"/>
              <a:t>Leveraged Data Sources for the analysis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A519C23-9202-0934-AEA2-AC47007E2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8350177"/>
              </p:ext>
            </p:extLst>
          </p:nvPr>
        </p:nvGraphicFramePr>
        <p:xfrm>
          <a:off x="437482" y="768162"/>
          <a:ext cx="11317035" cy="5741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7416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4763E-54BD-45B7-74FD-555E41BD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9FD95-F4E2-6F2A-2904-F9C270FCD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279" y="121698"/>
            <a:ext cx="11864195" cy="689186"/>
          </a:xfrm>
        </p:spPr>
        <p:txBody>
          <a:bodyPr>
            <a:normAutofit/>
          </a:bodyPr>
          <a:lstStyle/>
          <a:p>
            <a:r>
              <a:rPr lang="en-IN" sz="3200" dirty="0"/>
              <a:t>Solution Workflow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F1B05ED-257B-892E-0AE8-09766970B0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2500564"/>
              </p:ext>
            </p:extLst>
          </p:nvPr>
        </p:nvGraphicFramePr>
        <p:xfrm>
          <a:off x="149526" y="810884"/>
          <a:ext cx="11864195" cy="486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DE72B23-7692-1FC3-2A8D-D158EDBAF3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0549526"/>
              </p:ext>
            </p:extLst>
          </p:nvPr>
        </p:nvGraphicFramePr>
        <p:xfrm>
          <a:off x="178279" y="5313872"/>
          <a:ext cx="11835442" cy="1224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941184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3B3C4-8FD2-C73B-E23A-62AC729F8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A1198-1F4F-298D-3565-808775731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279" y="121698"/>
            <a:ext cx="11864195" cy="689186"/>
          </a:xfrm>
        </p:spPr>
        <p:txBody>
          <a:bodyPr>
            <a:normAutofit/>
          </a:bodyPr>
          <a:lstStyle/>
          <a:p>
            <a:r>
              <a:rPr lang="fr-FR" sz="3200" dirty="0"/>
              <a:t>Performance </a:t>
            </a:r>
            <a:r>
              <a:rPr lang="fr-FR" sz="3200" dirty="0" err="1"/>
              <a:t>Metrics</a:t>
            </a:r>
            <a:r>
              <a:rPr lang="fr-FR" sz="3200" dirty="0"/>
              <a:t>: Transformers vs Large </a:t>
            </a:r>
            <a:r>
              <a:rPr lang="fr-FR" sz="3200" dirty="0" err="1"/>
              <a:t>Language</a:t>
            </a:r>
            <a:r>
              <a:rPr lang="fr-FR" sz="3200" dirty="0"/>
              <a:t> </a:t>
            </a:r>
            <a:r>
              <a:rPr lang="fr-FR" sz="3200" dirty="0" err="1"/>
              <a:t>Models</a:t>
            </a:r>
            <a:endParaRPr lang="en-IN" sz="32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1435793-F983-0833-3B7A-29ABD8876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04CE7C-B7DB-BBC6-1752-F1545A89E6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598" b="24274"/>
          <a:stretch>
            <a:fillRect/>
          </a:stretch>
        </p:blipFill>
        <p:spPr>
          <a:xfrm>
            <a:off x="674914" y="1261671"/>
            <a:ext cx="10287000" cy="24394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A5BEC8-026B-8184-AED9-434C69987896}"/>
              </a:ext>
            </a:extLst>
          </p:cNvPr>
          <p:cNvSpPr txBox="1"/>
          <p:nvPr/>
        </p:nvSpPr>
        <p:spPr>
          <a:xfrm>
            <a:off x="478971" y="4278085"/>
            <a:ext cx="1144088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LLaMA‑70B was used as the ground‑truth model for aspect and sentiment extraction. Using the same reviews, outputs from </a:t>
            </a:r>
            <a:r>
              <a:rPr lang="en-IN" sz="2000" dirty="0" err="1"/>
              <a:t>DistilBERT</a:t>
            </a:r>
            <a:r>
              <a:rPr lang="en-IN" sz="2000" dirty="0"/>
              <a:t> and Mistral‑6.5B were compared against LLaMA‑70B at the aspect‑sentiment level.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Results show that while </a:t>
            </a:r>
            <a:r>
              <a:rPr lang="en-IN" sz="2000" dirty="0" err="1"/>
              <a:t>DistilBERT</a:t>
            </a:r>
            <a:r>
              <a:rPr lang="en-IN" sz="2000" dirty="0"/>
              <a:t> achieves reasonable accuracy, it suffers from low recall and F1‑score, missing several aspects.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Mistral‑6.5B aligns much closer to the LLaMA‑70B outputs, delivering significantly better precision, recall, and overall F1‑score, making it more suitable for fine‑grained ABSA tasks.</a:t>
            </a:r>
          </a:p>
        </p:txBody>
      </p:sp>
    </p:spTree>
    <p:extLst>
      <p:ext uri="{BB962C8B-B14F-4D97-AF65-F5344CB8AC3E}">
        <p14:creationId xmlns:p14="http://schemas.microsoft.com/office/powerpoint/2010/main" val="1514360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E765-CC28-940F-1843-5DEE3D63B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38A7-61F7-B057-7FAF-5D941A765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279" y="121698"/>
            <a:ext cx="11864195" cy="464898"/>
          </a:xfrm>
        </p:spPr>
        <p:txBody>
          <a:bodyPr>
            <a:normAutofit/>
          </a:bodyPr>
          <a:lstStyle/>
          <a:p>
            <a:r>
              <a:rPr lang="en-IN" sz="2400" dirty="0"/>
              <a:t>Compare and Contrast Aspect based sentiment analysis (ABSA) with Sentiment analysis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4C9408D-468D-30BE-A5C5-C4A8A5662A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03692"/>
              </p:ext>
            </p:extLst>
          </p:nvPr>
        </p:nvGraphicFramePr>
        <p:xfrm>
          <a:off x="178279" y="897147"/>
          <a:ext cx="11864195" cy="52411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425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7A001-CEA6-4701-332F-A2989E2E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F65AC-DC07-1639-1DA3-27FC4E2E4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279" y="121698"/>
            <a:ext cx="11864195" cy="689186"/>
          </a:xfrm>
        </p:spPr>
        <p:txBody>
          <a:bodyPr>
            <a:normAutofit/>
          </a:bodyPr>
          <a:lstStyle/>
          <a:p>
            <a:pPr fontAlgn="t"/>
            <a:r>
              <a:rPr lang="en-US" sz="3200" dirty="0"/>
              <a:t>Multi‑Layer Aspect Analysis: Trends, Co‑Occurrence &amp; Prioritization</a:t>
            </a:r>
            <a:endParaRPr lang="en-IN" sz="32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2386629-078E-AF95-5F31-5DA251DD84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4831486"/>
              </p:ext>
            </p:extLst>
          </p:nvPr>
        </p:nvGraphicFramePr>
        <p:xfrm>
          <a:off x="178280" y="1224952"/>
          <a:ext cx="5756694" cy="5511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05B82121-0EEC-4095-B5A3-6DDC99998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113" y="837000"/>
            <a:ext cx="5761099" cy="25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26F1B57-F76C-B418-F2D9-9A9C83169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662" y="3797959"/>
            <a:ext cx="5832000" cy="293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684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31F2F-E4FF-5FEA-4582-3BF60BB87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732A-31E4-7B00-E521-960F2F31D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279" y="121698"/>
            <a:ext cx="11864195" cy="689186"/>
          </a:xfrm>
        </p:spPr>
        <p:txBody>
          <a:bodyPr>
            <a:normAutofit/>
          </a:bodyPr>
          <a:lstStyle/>
          <a:p>
            <a:r>
              <a:rPr lang="en-IN" sz="3200" dirty="0"/>
              <a:t>Comprehensive Sentiment Visuals: Comparison, Clouds &amp; Reports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526CCB5-1FB8-BBD3-5AE3-7683F00EF6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6372175"/>
              </p:ext>
            </p:extLst>
          </p:nvPr>
        </p:nvGraphicFramePr>
        <p:xfrm>
          <a:off x="178280" y="1224952"/>
          <a:ext cx="5756694" cy="5511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2" name="Picture 4">
            <a:extLst>
              <a:ext uri="{FF2B5EF4-FFF2-40B4-BE49-F238E27FC236}">
                <a16:creationId xmlns:a16="http://schemas.microsoft.com/office/drawing/2014/main" id="{EE67F970-69ED-06D8-D9A7-8DF015011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474" y="810884"/>
            <a:ext cx="6264000" cy="3040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12AC3CA-B708-0501-5D88-3FA85BF83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039" y="3428999"/>
            <a:ext cx="2374504" cy="339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0F4DDD54-8F97-A260-2263-203656CA47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0026" y="3464261"/>
            <a:ext cx="3212448" cy="339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7831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1A434-C975-4798-9010-CA23E402F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4981E-EC14-FD46-0EF0-460369538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640823"/>
            <a:ext cx="3418659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fontAlgn="t"/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Evidence‑Backed Insights: RAG’s Transformation of ABSA</a:t>
            </a:r>
            <a:r>
              <a:rPr lang="en-US" sz="3400" dirty="0"/>
              <a:t>( Future Scope )</a:t>
            </a:r>
            <a:b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400" b="0" i="0" u="none" strike="noStrike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81B7A33-B540-513E-2DB6-5E7CF45A34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271641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07960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7469EC-071B-2513-04B2-A26AFE9E2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0308D7-ECEB-0E83-1F32-2F02D30B1CD9}"/>
              </a:ext>
            </a:extLst>
          </p:cNvPr>
          <p:cNvSpPr txBox="1"/>
          <p:nvPr/>
        </p:nvSpPr>
        <p:spPr>
          <a:xfrm>
            <a:off x="138023" y="14620"/>
            <a:ext cx="8436633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160"/>
            </a:pPr>
            <a:r>
              <a:rPr lang="en-US" sz="3000" dirty="0">
                <a:solidFill>
                  <a:prstClr val="black"/>
                </a:solidFill>
                <a:latin typeface="Calibri"/>
              </a:rPr>
              <a:t>RAG Enhanced Framework for Sentiment Analysis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3436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3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3D5E85B-59F8-795C-A117-CC156F66EC70}"/>
              </a:ext>
            </a:extLst>
          </p:cNvPr>
          <p:cNvGraphicFramePr/>
          <p:nvPr/>
        </p:nvGraphicFramePr>
        <p:xfrm>
          <a:off x="1803914" y="1190445"/>
          <a:ext cx="5605629" cy="5503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271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AC295C9-6645-FEEB-7A13-EF512CFA8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975" y="-28600"/>
            <a:ext cx="12244177" cy="6997004"/>
          </a:xfrm>
          <a:prstGeom prst="rect">
            <a:avLst/>
          </a:prstGeom>
        </p:spPr>
      </p:pic>
      <p:sp>
        <p:nvSpPr>
          <p:cNvPr id="83" name="Oval 82">
            <a:extLst>
              <a:ext uri="{FF2B5EF4-FFF2-40B4-BE49-F238E27FC236}">
                <a16:creationId xmlns:a16="http://schemas.microsoft.com/office/drawing/2014/main" id="{DA98C7A1-900C-6BE1-E2F2-8DC71736E223}"/>
              </a:ext>
            </a:extLst>
          </p:cNvPr>
          <p:cNvSpPr/>
          <p:nvPr/>
        </p:nvSpPr>
        <p:spPr>
          <a:xfrm rot="20438064">
            <a:off x="-8949204" y="-7298303"/>
            <a:ext cx="17346908" cy="17768584"/>
          </a:xfrm>
          <a:prstGeom prst="ellipse">
            <a:avLst/>
          </a:prstGeom>
          <a:gradFill flip="none" rotWithShape="1">
            <a:gsLst>
              <a:gs pos="0">
                <a:srgbClr val="0070C0"/>
              </a:gs>
              <a:gs pos="45000">
                <a:srgbClr val="0070C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Light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DDF0C9-C427-E51D-42CC-6BF54C912144}"/>
              </a:ext>
            </a:extLst>
          </p:cNvPr>
          <p:cNvGrpSpPr/>
          <p:nvPr/>
        </p:nvGrpSpPr>
        <p:grpSpPr>
          <a:xfrm>
            <a:off x="8252032" y="876637"/>
            <a:ext cx="3284226" cy="2765782"/>
            <a:chOff x="7246014" y="386416"/>
            <a:chExt cx="3811318" cy="320966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F697748-48ED-2696-AEB3-3914C0AD8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alphaModFix am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394169">
              <a:off x="9274801" y="1784054"/>
              <a:ext cx="1782531" cy="181202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65432E4-155D-09F3-1D81-98223DEC1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alphaModFix am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8658107" y="558080"/>
              <a:ext cx="1856616" cy="188734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7873E3F-0A88-9A2E-AA74-E4AA253AE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alphaModFix am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2869040" flipH="1">
              <a:off x="7261377" y="371053"/>
              <a:ext cx="1856616" cy="1887341"/>
            </a:xfrm>
            <a:prstGeom prst="rect">
              <a:avLst/>
            </a:prstGeom>
          </p:spPr>
        </p:pic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7CF56841-4D81-48A7-ABDC-E396B6B10C94}"/>
              </a:ext>
            </a:extLst>
          </p:cNvPr>
          <p:cNvSpPr/>
          <p:nvPr/>
        </p:nvSpPr>
        <p:spPr>
          <a:xfrm rot="20438064">
            <a:off x="4179183" y="-14951297"/>
            <a:ext cx="17346908" cy="17768584"/>
          </a:xfrm>
          <a:prstGeom prst="ellipse">
            <a:avLst/>
          </a:prstGeom>
          <a:gradFill flip="none" rotWithShape="1">
            <a:gsLst>
              <a:gs pos="0">
                <a:srgbClr val="0070C0"/>
              </a:gs>
              <a:gs pos="45000">
                <a:srgbClr val="0070C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Light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F3212CE-A141-B167-4181-46F0F1B748AD}"/>
              </a:ext>
            </a:extLst>
          </p:cNvPr>
          <p:cNvGrpSpPr/>
          <p:nvPr/>
        </p:nvGrpSpPr>
        <p:grpSpPr>
          <a:xfrm rot="758802" flipH="1">
            <a:off x="-11933430" y="3743086"/>
            <a:ext cx="25828008" cy="3248118"/>
            <a:chOff x="458" y="5096671"/>
            <a:chExt cx="12190341" cy="1533052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D655AFC-A511-1374-FC08-4BEC31FAC806}"/>
                </a:ext>
              </a:extLst>
            </p:cNvPr>
            <p:cNvSpPr/>
            <p:nvPr/>
          </p:nvSpPr>
          <p:spPr>
            <a:xfrm>
              <a:off x="1188905" y="5155968"/>
              <a:ext cx="11001894" cy="1446543"/>
            </a:xfrm>
            <a:custGeom>
              <a:avLst/>
              <a:gdLst>
                <a:gd name="connsiteX0" fmla="*/ 0 w 11001894"/>
                <a:gd name="connsiteY0" fmla="*/ 1446544 h 1446543"/>
                <a:gd name="connsiteX1" fmla="*/ 1632715 w 11001894"/>
                <a:gd name="connsiteY1" fmla="*/ 455055 h 1446543"/>
                <a:gd name="connsiteX2" fmla="*/ 3416859 w 11001894"/>
                <a:gd name="connsiteY2" fmla="*/ 883412 h 1446543"/>
                <a:gd name="connsiteX3" fmla="*/ 5210389 w 11001894"/>
                <a:gd name="connsiteY3" fmla="*/ 1029908 h 1446543"/>
                <a:gd name="connsiteX4" fmla="*/ 7056191 w 11001894"/>
                <a:gd name="connsiteY4" fmla="*/ 57036 h 1446543"/>
                <a:gd name="connsiteX5" fmla="*/ 11001895 w 11001894"/>
                <a:gd name="connsiteY5" fmla="*/ 919730 h 1446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01894" h="1446543">
                  <a:moveTo>
                    <a:pt x="0" y="1446544"/>
                  </a:moveTo>
                  <a:cubicBezTo>
                    <a:pt x="396382" y="747392"/>
                    <a:pt x="1029489" y="460031"/>
                    <a:pt x="1632715" y="455055"/>
                  </a:cubicBezTo>
                  <a:cubicBezTo>
                    <a:pt x="2235964" y="450078"/>
                    <a:pt x="2826794" y="690513"/>
                    <a:pt x="3416859" y="883412"/>
                  </a:cubicBezTo>
                  <a:cubicBezTo>
                    <a:pt x="4006925" y="1076288"/>
                    <a:pt x="4620301" y="1222566"/>
                    <a:pt x="5210389" y="1029908"/>
                  </a:cubicBezTo>
                  <a:cubicBezTo>
                    <a:pt x="5847861" y="821775"/>
                    <a:pt x="6414442" y="231360"/>
                    <a:pt x="7056191" y="57036"/>
                  </a:cubicBezTo>
                  <a:cubicBezTo>
                    <a:pt x="8375333" y="-301281"/>
                    <a:pt x="9671098" y="1155211"/>
                    <a:pt x="11001895" y="919730"/>
                  </a:cubicBezTo>
                </a:path>
              </a:pathLst>
            </a:custGeom>
            <a:noFill/>
            <a:ln w="1353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C839A6E-FD7C-74BA-B489-7F4A5312761B}"/>
                </a:ext>
              </a:extLst>
            </p:cNvPr>
            <p:cNvSpPr/>
            <p:nvPr/>
          </p:nvSpPr>
          <p:spPr>
            <a:xfrm>
              <a:off x="1137221" y="5192590"/>
              <a:ext cx="11014029" cy="1389034"/>
            </a:xfrm>
            <a:custGeom>
              <a:avLst/>
              <a:gdLst>
                <a:gd name="connsiteX0" fmla="*/ 11014030 w 11014029"/>
                <a:gd name="connsiteY0" fmla="*/ 840547 h 1389034"/>
                <a:gd name="connsiteX1" fmla="*/ 8145657 w 11014029"/>
                <a:gd name="connsiteY1" fmla="*/ 102698 h 1389034"/>
                <a:gd name="connsiteX2" fmla="*/ 7075835 w 11014029"/>
                <a:gd name="connsiteY2" fmla="*/ 45776 h 1389034"/>
                <a:gd name="connsiteX3" fmla="*/ 5514403 w 11014029"/>
                <a:gd name="connsiteY3" fmla="*/ 832668 h 1389034"/>
                <a:gd name="connsiteX4" fmla="*/ 5221738 w 11014029"/>
                <a:gd name="connsiteY4" fmla="*/ 949284 h 1389034"/>
                <a:gd name="connsiteX5" fmla="*/ 3431308 w 11014029"/>
                <a:gd name="connsiteY5" fmla="*/ 842621 h 1389034"/>
                <a:gd name="connsiteX6" fmla="*/ 1648146 w 11014029"/>
                <a:gd name="connsiteY6" fmla="*/ 462718 h 1389034"/>
                <a:gd name="connsiteX7" fmla="*/ 1254755 w 11014029"/>
                <a:gd name="connsiteY7" fmla="*/ 503052 h 1389034"/>
                <a:gd name="connsiteX8" fmla="*/ 0 w 11014029"/>
                <a:gd name="connsiteY8" fmla="*/ 1389035 h 138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14029" h="1389034">
                  <a:moveTo>
                    <a:pt x="11014030" y="840547"/>
                  </a:moveTo>
                  <a:cubicBezTo>
                    <a:pt x="10054275" y="1045952"/>
                    <a:pt x="9100544" y="370175"/>
                    <a:pt x="8145657" y="102698"/>
                  </a:cubicBezTo>
                  <a:cubicBezTo>
                    <a:pt x="7789632" y="2953"/>
                    <a:pt x="7433519" y="-39520"/>
                    <a:pt x="7075835" y="45776"/>
                  </a:cubicBezTo>
                  <a:cubicBezTo>
                    <a:pt x="6532433" y="173742"/>
                    <a:pt x="6040671" y="585009"/>
                    <a:pt x="5514403" y="832668"/>
                  </a:cubicBezTo>
                  <a:cubicBezTo>
                    <a:pt x="5418107" y="877957"/>
                    <a:pt x="5320719" y="917790"/>
                    <a:pt x="5221738" y="949284"/>
                  </a:cubicBezTo>
                  <a:cubicBezTo>
                    <a:pt x="4631782" y="1137359"/>
                    <a:pt x="4020348" y="1012580"/>
                    <a:pt x="3431308" y="842621"/>
                  </a:cubicBezTo>
                  <a:cubicBezTo>
                    <a:pt x="2841526" y="673077"/>
                    <a:pt x="2251111" y="457392"/>
                    <a:pt x="1648146" y="462718"/>
                  </a:cubicBezTo>
                  <a:cubicBezTo>
                    <a:pt x="1517540" y="463874"/>
                    <a:pt x="1385536" y="476948"/>
                    <a:pt x="1254755" y="503052"/>
                  </a:cubicBezTo>
                  <a:cubicBezTo>
                    <a:pt x="778992" y="597297"/>
                    <a:pt x="320493" y="860933"/>
                    <a:pt x="0" y="1389035"/>
                  </a:cubicBezTo>
                </a:path>
              </a:pathLst>
            </a:custGeom>
            <a:noFill/>
            <a:ln w="1528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2A51D65-40BD-C4D3-D3E2-93F306CC4476}"/>
                </a:ext>
              </a:extLst>
            </p:cNvPr>
            <p:cNvSpPr/>
            <p:nvPr/>
          </p:nvSpPr>
          <p:spPr>
            <a:xfrm>
              <a:off x="1085559" y="5228864"/>
              <a:ext cx="11026142" cy="1331916"/>
            </a:xfrm>
            <a:custGeom>
              <a:avLst/>
              <a:gdLst>
                <a:gd name="connsiteX0" fmla="*/ 11026143 w 11026142"/>
                <a:gd name="connsiteY0" fmla="*/ 761713 h 1331916"/>
                <a:gd name="connsiteX1" fmla="*/ 8163620 w 11026142"/>
                <a:gd name="connsiteY1" fmla="*/ 109159 h 1331916"/>
                <a:gd name="connsiteX2" fmla="*/ 7095456 w 11026142"/>
                <a:gd name="connsiteY2" fmla="*/ 34907 h 1331916"/>
                <a:gd name="connsiteX3" fmla="*/ 5527280 w 11026142"/>
                <a:gd name="connsiteY3" fmla="*/ 756845 h 1331916"/>
                <a:gd name="connsiteX4" fmla="*/ 5233110 w 11026142"/>
                <a:gd name="connsiteY4" fmla="*/ 869053 h 1331916"/>
                <a:gd name="connsiteX5" fmla="*/ 3445779 w 11026142"/>
                <a:gd name="connsiteY5" fmla="*/ 802222 h 1331916"/>
                <a:gd name="connsiteX6" fmla="*/ 1663599 w 11026142"/>
                <a:gd name="connsiteY6" fmla="*/ 470750 h 1331916"/>
                <a:gd name="connsiteX7" fmla="*/ 1269575 w 11026142"/>
                <a:gd name="connsiteY7" fmla="*/ 507287 h 1331916"/>
                <a:gd name="connsiteX8" fmla="*/ 0 w 11026142"/>
                <a:gd name="connsiteY8" fmla="*/ 1331917 h 133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26142" h="1331916">
                  <a:moveTo>
                    <a:pt x="11026143" y="761713"/>
                  </a:moveTo>
                  <a:cubicBezTo>
                    <a:pt x="10075795" y="1001035"/>
                    <a:pt x="9118857" y="375327"/>
                    <a:pt x="8163620" y="109159"/>
                  </a:cubicBezTo>
                  <a:cubicBezTo>
                    <a:pt x="7807769" y="9982"/>
                    <a:pt x="7452507" y="-37359"/>
                    <a:pt x="7095456" y="34907"/>
                  </a:cubicBezTo>
                  <a:cubicBezTo>
                    <a:pt x="6551487" y="144976"/>
                    <a:pt x="6056452" y="521277"/>
                    <a:pt x="5527280" y="756845"/>
                  </a:cubicBezTo>
                  <a:cubicBezTo>
                    <a:pt x="5430373" y="799930"/>
                    <a:pt x="5332483" y="838278"/>
                    <a:pt x="5233110" y="869053"/>
                  </a:cubicBezTo>
                  <a:cubicBezTo>
                    <a:pt x="4643284" y="1052544"/>
                    <a:pt x="4033793" y="949263"/>
                    <a:pt x="3445779" y="802222"/>
                  </a:cubicBezTo>
                  <a:cubicBezTo>
                    <a:pt x="2856281" y="656031"/>
                    <a:pt x="2266280" y="465097"/>
                    <a:pt x="1663599" y="470750"/>
                  </a:cubicBezTo>
                  <a:cubicBezTo>
                    <a:pt x="1532796" y="471994"/>
                    <a:pt x="1400640" y="483868"/>
                    <a:pt x="1269575" y="507287"/>
                  </a:cubicBezTo>
                  <a:cubicBezTo>
                    <a:pt x="791214" y="591404"/>
                    <a:pt x="330293" y="823698"/>
                    <a:pt x="0" y="1331917"/>
                  </a:cubicBezTo>
                </a:path>
              </a:pathLst>
            </a:custGeom>
            <a:noFill/>
            <a:ln w="1702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9CB8FB6-ED6E-1621-4AC8-B64D58CA10F6}"/>
                </a:ext>
              </a:extLst>
            </p:cNvPr>
            <p:cNvSpPr/>
            <p:nvPr/>
          </p:nvSpPr>
          <p:spPr>
            <a:xfrm>
              <a:off x="1033875" y="5263891"/>
              <a:ext cx="11038277" cy="1275958"/>
            </a:xfrm>
            <a:custGeom>
              <a:avLst/>
              <a:gdLst>
                <a:gd name="connsiteX0" fmla="*/ 11038278 w 11038277"/>
                <a:gd name="connsiteY0" fmla="*/ 684103 h 1275958"/>
                <a:gd name="connsiteX1" fmla="*/ 8181626 w 11038277"/>
                <a:gd name="connsiteY1" fmla="*/ 116824 h 1275958"/>
                <a:gd name="connsiteX2" fmla="*/ 7115100 w 11038277"/>
                <a:gd name="connsiteY2" fmla="*/ 25220 h 1275958"/>
                <a:gd name="connsiteX3" fmla="*/ 5540158 w 11038277"/>
                <a:gd name="connsiteY3" fmla="*/ 682182 h 1275958"/>
                <a:gd name="connsiteX4" fmla="*/ 5244459 w 11038277"/>
                <a:gd name="connsiteY4" fmla="*/ 789981 h 1275958"/>
                <a:gd name="connsiteX5" fmla="*/ 3460228 w 11038277"/>
                <a:gd name="connsiteY5" fmla="*/ 762982 h 1275958"/>
                <a:gd name="connsiteX6" fmla="*/ 1679008 w 11038277"/>
                <a:gd name="connsiteY6" fmla="*/ 479964 h 1275958"/>
                <a:gd name="connsiteX7" fmla="*/ 1284373 w 11038277"/>
                <a:gd name="connsiteY7" fmla="*/ 512703 h 1275958"/>
                <a:gd name="connsiteX8" fmla="*/ 0 w 11038277"/>
                <a:gd name="connsiteY8" fmla="*/ 1275958 h 1275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38277" h="1275958">
                  <a:moveTo>
                    <a:pt x="11038278" y="684103"/>
                  </a:moveTo>
                  <a:cubicBezTo>
                    <a:pt x="10097316" y="957343"/>
                    <a:pt x="9137190" y="381682"/>
                    <a:pt x="8181626" y="116824"/>
                  </a:cubicBezTo>
                  <a:cubicBezTo>
                    <a:pt x="7825950" y="18214"/>
                    <a:pt x="7471387" y="-34518"/>
                    <a:pt x="7115100" y="25220"/>
                  </a:cubicBezTo>
                  <a:cubicBezTo>
                    <a:pt x="6570323" y="116562"/>
                    <a:pt x="6072254" y="458706"/>
                    <a:pt x="5540158" y="682182"/>
                  </a:cubicBezTo>
                  <a:cubicBezTo>
                    <a:pt x="5442661" y="723041"/>
                    <a:pt x="5344248" y="759905"/>
                    <a:pt x="5244459" y="789981"/>
                  </a:cubicBezTo>
                  <a:cubicBezTo>
                    <a:pt x="4654786" y="968867"/>
                    <a:pt x="4047238" y="887107"/>
                    <a:pt x="3460228" y="762982"/>
                  </a:cubicBezTo>
                  <a:cubicBezTo>
                    <a:pt x="2871013" y="640145"/>
                    <a:pt x="2281428" y="473962"/>
                    <a:pt x="1679008" y="479964"/>
                  </a:cubicBezTo>
                  <a:cubicBezTo>
                    <a:pt x="1548009" y="481274"/>
                    <a:pt x="1415699" y="491969"/>
                    <a:pt x="1284373" y="512703"/>
                  </a:cubicBezTo>
                  <a:cubicBezTo>
                    <a:pt x="803415" y="586715"/>
                    <a:pt x="340093" y="787646"/>
                    <a:pt x="0" y="1275958"/>
                  </a:cubicBezTo>
                </a:path>
              </a:pathLst>
            </a:custGeom>
            <a:noFill/>
            <a:ln w="1877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027AF0A-5868-53DE-367C-66956DA9F0E7}"/>
                </a:ext>
              </a:extLst>
            </p:cNvPr>
            <p:cNvSpPr/>
            <p:nvPr/>
          </p:nvSpPr>
          <p:spPr>
            <a:xfrm>
              <a:off x="982191" y="5297769"/>
              <a:ext cx="11050413" cy="1221236"/>
            </a:xfrm>
            <a:custGeom>
              <a:avLst/>
              <a:gdLst>
                <a:gd name="connsiteX0" fmla="*/ 11050414 w 11050413"/>
                <a:gd name="connsiteY0" fmla="*/ 607664 h 1221236"/>
                <a:gd name="connsiteX1" fmla="*/ 8199611 w 11050413"/>
                <a:gd name="connsiteY1" fmla="*/ 125659 h 1221236"/>
                <a:gd name="connsiteX2" fmla="*/ 7134721 w 11050413"/>
                <a:gd name="connsiteY2" fmla="*/ 16726 h 1221236"/>
                <a:gd name="connsiteX3" fmla="*/ 5553035 w 11050413"/>
                <a:gd name="connsiteY3" fmla="*/ 608734 h 1221236"/>
                <a:gd name="connsiteX4" fmla="*/ 5255809 w 11050413"/>
                <a:gd name="connsiteY4" fmla="*/ 712146 h 1221236"/>
                <a:gd name="connsiteX5" fmla="*/ 3474676 w 11050413"/>
                <a:gd name="connsiteY5" fmla="*/ 724979 h 1221236"/>
                <a:gd name="connsiteX6" fmla="*/ 1694439 w 11050413"/>
                <a:gd name="connsiteY6" fmla="*/ 490393 h 1221236"/>
                <a:gd name="connsiteX7" fmla="*/ 1299192 w 11050413"/>
                <a:gd name="connsiteY7" fmla="*/ 519335 h 1221236"/>
                <a:gd name="connsiteX8" fmla="*/ 0 w 11050413"/>
                <a:gd name="connsiteY8" fmla="*/ 1221237 h 122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413" h="1221236">
                  <a:moveTo>
                    <a:pt x="11050414" y="607664"/>
                  </a:moveTo>
                  <a:cubicBezTo>
                    <a:pt x="10118836" y="914822"/>
                    <a:pt x="9155524" y="389208"/>
                    <a:pt x="8199611" y="125659"/>
                  </a:cubicBezTo>
                  <a:cubicBezTo>
                    <a:pt x="7844109" y="27617"/>
                    <a:pt x="7490201" y="-30549"/>
                    <a:pt x="7134721" y="16726"/>
                  </a:cubicBezTo>
                  <a:cubicBezTo>
                    <a:pt x="6589093" y="89297"/>
                    <a:pt x="6088034" y="397349"/>
                    <a:pt x="5553035" y="608734"/>
                  </a:cubicBezTo>
                  <a:cubicBezTo>
                    <a:pt x="5454949" y="647388"/>
                    <a:pt x="5356034" y="682768"/>
                    <a:pt x="5255809" y="712146"/>
                  </a:cubicBezTo>
                  <a:cubicBezTo>
                    <a:pt x="4666267" y="886448"/>
                    <a:pt x="4060661" y="826186"/>
                    <a:pt x="3474676" y="724979"/>
                  </a:cubicBezTo>
                  <a:cubicBezTo>
                    <a:pt x="2885746" y="625474"/>
                    <a:pt x="2296575" y="484064"/>
                    <a:pt x="1694439" y="490393"/>
                  </a:cubicBezTo>
                  <a:cubicBezTo>
                    <a:pt x="1563243" y="491790"/>
                    <a:pt x="1430803" y="501612"/>
                    <a:pt x="1299192" y="519335"/>
                  </a:cubicBezTo>
                  <a:cubicBezTo>
                    <a:pt x="815790" y="584464"/>
                    <a:pt x="349914" y="752807"/>
                    <a:pt x="0" y="1221237"/>
                  </a:cubicBezTo>
                </a:path>
              </a:pathLst>
            </a:custGeom>
            <a:noFill/>
            <a:ln w="2052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A804C83-22CE-5A55-36E6-4954AD54C170}"/>
                </a:ext>
              </a:extLst>
            </p:cNvPr>
            <p:cNvSpPr/>
            <p:nvPr/>
          </p:nvSpPr>
          <p:spPr>
            <a:xfrm>
              <a:off x="930573" y="5330212"/>
              <a:ext cx="11062504" cy="1167862"/>
            </a:xfrm>
            <a:custGeom>
              <a:avLst/>
              <a:gdLst>
                <a:gd name="connsiteX0" fmla="*/ 11062505 w 11062504"/>
                <a:gd name="connsiteY0" fmla="*/ 532660 h 1167862"/>
                <a:gd name="connsiteX1" fmla="*/ 8217574 w 11062504"/>
                <a:gd name="connsiteY1" fmla="*/ 135929 h 1167862"/>
                <a:gd name="connsiteX2" fmla="*/ 7154321 w 11062504"/>
                <a:gd name="connsiteY2" fmla="*/ 9644 h 1167862"/>
                <a:gd name="connsiteX3" fmla="*/ 5565891 w 11062504"/>
                <a:gd name="connsiteY3" fmla="*/ 536677 h 1167862"/>
                <a:gd name="connsiteX4" fmla="*/ 5267158 w 11062504"/>
                <a:gd name="connsiteY4" fmla="*/ 635679 h 1167862"/>
                <a:gd name="connsiteX5" fmla="*/ 3489125 w 11062504"/>
                <a:gd name="connsiteY5" fmla="*/ 688324 h 1167862"/>
                <a:gd name="connsiteX6" fmla="*/ 1709870 w 11062504"/>
                <a:gd name="connsiteY6" fmla="*/ 502170 h 1167862"/>
                <a:gd name="connsiteX7" fmla="*/ 1313990 w 11062504"/>
                <a:gd name="connsiteY7" fmla="*/ 527313 h 1167862"/>
                <a:gd name="connsiteX8" fmla="*/ 0 w 11062504"/>
                <a:gd name="connsiteY8" fmla="*/ 1167862 h 1167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62504" h="1167862">
                  <a:moveTo>
                    <a:pt x="11062505" y="532660"/>
                  </a:moveTo>
                  <a:cubicBezTo>
                    <a:pt x="10140313" y="873735"/>
                    <a:pt x="9173814" y="398191"/>
                    <a:pt x="8217574" y="135929"/>
                  </a:cubicBezTo>
                  <a:cubicBezTo>
                    <a:pt x="7862247" y="38433"/>
                    <a:pt x="7508971" y="-25212"/>
                    <a:pt x="7154321" y="9644"/>
                  </a:cubicBezTo>
                  <a:cubicBezTo>
                    <a:pt x="6607776" y="63358"/>
                    <a:pt x="6103814" y="337383"/>
                    <a:pt x="5565891" y="536677"/>
                  </a:cubicBezTo>
                  <a:cubicBezTo>
                    <a:pt x="5467215" y="573104"/>
                    <a:pt x="5367776" y="607000"/>
                    <a:pt x="5267158" y="635679"/>
                  </a:cubicBezTo>
                  <a:cubicBezTo>
                    <a:pt x="4677747" y="805376"/>
                    <a:pt x="4074259" y="765347"/>
                    <a:pt x="3489125" y="688324"/>
                  </a:cubicBezTo>
                  <a:cubicBezTo>
                    <a:pt x="2900653" y="610863"/>
                    <a:pt x="2311722" y="495513"/>
                    <a:pt x="1709870" y="502170"/>
                  </a:cubicBezTo>
                  <a:cubicBezTo>
                    <a:pt x="1578478" y="503632"/>
                    <a:pt x="1445885" y="512319"/>
                    <a:pt x="1313990" y="527313"/>
                  </a:cubicBezTo>
                  <a:cubicBezTo>
                    <a:pt x="827991" y="582555"/>
                    <a:pt x="359692" y="719316"/>
                    <a:pt x="0" y="1167862"/>
                  </a:cubicBezTo>
                </a:path>
              </a:pathLst>
            </a:custGeom>
            <a:noFill/>
            <a:ln w="2226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050BDA-856E-D858-6EF7-C8AD9DB3B536}"/>
                </a:ext>
              </a:extLst>
            </p:cNvPr>
            <p:cNvSpPr/>
            <p:nvPr/>
          </p:nvSpPr>
          <p:spPr>
            <a:xfrm>
              <a:off x="878867" y="5361000"/>
              <a:ext cx="11074662" cy="1116230"/>
            </a:xfrm>
            <a:custGeom>
              <a:avLst/>
              <a:gdLst>
                <a:gd name="connsiteX0" fmla="*/ 11074662 w 11074662"/>
                <a:gd name="connsiteY0" fmla="*/ 459312 h 1116230"/>
                <a:gd name="connsiteX1" fmla="*/ 8235580 w 11074662"/>
                <a:gd name="connsiteY1" fmla="*/ 147877 h 1116230"/>
                <a:gd name="connsiteX2" fmla="*/ 7173986 w 11074662"/>
                <a:gd name="connsiteY2" fmla="*/ 4262 h 1116230"/>
                <a:gd name="connsiteX3" fmla="*/ 5578790 w 11074662"/>
                <a:gd name="connsiteY3" fmla="*/ 466340 h 1116230"/>
                <a:gd name="connsiteX4" fmla="*/ 5278529 w 11074662"/>
                <a:gd name="connsiteY4" fmla="*/ 560934 h 1116230"/>
                <a:gd name="connsiteX5" fmla="*/ 3503574 w 11074662"/>
                <a:gd name="connsiteY5" fmla="*/ 653411 h 1116230"/>
                <a:gd name="connsiteX6" fmla="*/ 1725301 w 11074662"/>
                <a:gd name="connsiteY6" fmla="*/ 515710 h 1116230"/>
                <a:gd name="connsiteX7" fmla="*/ 1328810 w 11074662"/>
                <a:gd name="connsiteY7" fmla="*/ 537056 h 1116230"/>
                <a:gd name="connsiteX8" fmla="*/ 0 w 11074662"/>
                <a:gd name="connsiteY8" fmla="*/ 1116231 h 111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74662" h="1116230">
                  <a:moveTo>
                    <a:pt x="11074662" y="459312"/>
                  </a:moveTo>
                  <a:cubicBezTo>
                    <a:pt x="10161877" y="834304"/>
                    <a:pt x="9192192" y="408807"/>
                    <a:pt x="8235580" y="147877"/>
                  </a:cubicBezTo>
                  <a:cubicBezTo>
                    <a:pt x="7880428" y="50948"/>
                    <a:pt x="7527742" y="-18219"/>
                    <a:pt x="7173986" y="4262"/>
                  </a:cubicBezTo>
                  <a:cubicBezTo>
                    <a:pt x="6626481" y="39053"/>
                    <a:pt x="6119638" y="279139"/>
                    <a:pt x="5578790" y="466340"/>
                  </a:cubicBezTo>
                  <a:cubicBezTo>
                    <a:pt x="5479503" y="500563"/>
                    <a:pt x="5379562" y="532975"/>
                    <a:pt x="5278529" y="560934"/>
                  </a:cubicBezTo>
                  <a:cubicBezTo>
                    <a:pt x="4689249" y="726047"/>
                    <a:pt x="4087681" y="707321"/>
                    <a:pt x="3503574" y="653411"/>
                  </a:cubicBezTo>
                  <a:cubicBezTo>
                    <a:pt x="2915364" y="599108"/>
                    <a:pt x="2326869" y="508704"/>
                    <a:pt x="1725301" y="515710"/>
                  </a:cubicBezTo>
                  <a:cubicBezTo>
                    <a:pt x="1593734" y="517260"/>
                    <a:pt x="1460967" y="524790"/>
                    <a:pt x="1328810" y="537056"/>
                  </a:cubicBezTo>
                  <a:cubicBezTo>
                    <a:pt x="840213" y="582389"/>
                    <a:pt x="369514" y="687590"/>
                    <a:pt x="0" y="1116231"/>
                  </a:cubicBezTo>
                </a:path>
              </a:pathLst>
            </a:custGeom>
            <a:noFill/>
            <a:ln w="2423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0F41C6-DB72-4D1A-3256-8953D8A6EB4A}"/>
                </a:ext>
              </a:extLst>
            </p:cNvPr>
            <p:cNvSpPr/>
            <p:nvPr/>
          </p:nvSpPr>
          <p:spPr>
            <a:xfrm>
              <a:off x="827183" y="5389678"/>
              <a:ext cx="11086797" cy="1066643"/>
            </a:xfrm>
            <a:custGeom>
              <a:avLst/>
              <a:gdLst>
                <a:gd name="connsiteX0" fmla="*/ 11086797 w 11086797"/>
                <a:gd name="connsiteY0" fmla="*/ 388051 h 1066643"/>
                <a:gd name="connsiteX1" fmla="*/ 8253587 w 11086797"/>
                <a:gd name="connsiteY1" fmla="*/ 161891 h 1066643"/>
                <a:gd name="connsiteX2" fmla="*/ 7193629 w 11086797"/>
                <a:gd name="connsiteY2" fmla="*/ 924 h 1066643"/>
                <a:gd name="connsiteX3" fmla="*/ 5591689 w 11086797"/>
                <a:gd name="connsiteY3" fmla="*/ 398026 h 1066643"/>
                <a:gd name="connsiteX4" fmla="*/ 5289923 w 11086797"/>
                <a:gd name="connsiteY4" fmla="*/ 488233 h 1066643"/>
                <a:gd name="connsiteX5" fmla="*/ 3518067 w 11086797"/>
                <a:gd name="connsiteY5" fmla="*/ 620542 h 1066643"/>
                <a:gd name="connsiteX6" fmla="*/ 1740754 w 11086797"/>
                <a:gd name="connsiteY6" fmla="*/ 531274 h 1066643"/>
                <a:gd name="connsiteX7" fmla="*/ 1343630 w 11086797"/>
                <a:gd name="connsiteY7" fmla="*/ 548822 h 1066643"/>
                <a:gd name="connsiteX8" fmla="*/ 0 w 11086797"/>
                <a:gd name="connsiteY8" fmla="*/ 1066643 h 106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86797" h="1066643">
                  <a:moveTo>
                    <a:pt x="11086797" y="388051"/>
                  </a:moveTo>
                  <a:cubicBezTo>
                    <a:pt x="10183397" y="796961"/>
                    <a:pt x="9210526" y="421533"/>
                    <a:pt x="8253587" y="161891"/>
                  </a:cubicBezTo>
                  <a:cubicBezTo>
                    <a:pt x="7898609" y="65529"/>
                    <a:pt x="7546512" y="-9225"/>
                    <a:pt x="7193629" y="924"/>
                  </a:cubicBezTo>
                  <a:cubicBezTo>
                    <a:pt x="6645142" y="16726"/>
                    <a:pt x="6135440" y="222938"/>
                    <a:pt x="5591689" y="398026"/>
                  </a:cubicBezTo>
                  <a:cubicBezTo>
                    <a:pt x="5491813" y="430045"/>
                    <a:pt x="5391370" y="460950"/>
                    <a:pt x="5289923" y="488233"/>
                  </a:cubicBezTo>
                  <a:cubicBezTo>
                    <a:pt x="4700774" y="648741"/>
                    <a:pt x="4101082" y="651382"/>
                    <a:pt x="3518067" y="620542"/>
                  </a:cubicBezTo>
                  <a:cubicBezTo>
                    <a:pt x="2930074" y="589440"/>
                    <a:pt x="2342038" y="523940"/>
                    <a:pt x="1740754" y="531274"/>
                  </a:cubicBezTo>
                  <a:cubicBezTo>
                    <a:pt x="1608991" y="532889"/>
                    <a:pt x="1476048" y="539284"/>
                    <a:pt x="1343630" y="548822"/>
                  </a:cubicBezTo>
                  <a:cubicBezTo>
                    <a:pt x="852392" y="584202"/>
                    <a:pt x="379336" y="657886"/>
                    <a:pt x="0" y="1066643"/>
                  </a:cubicBezTo>
                </a:path>
              </a:pathLst>
            </a:custGeom>
            <a:noFill/>
            <a:ln w="2597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2255AE7-7674-5070-E8AE-13A3B66D23A7}"/>
                </a:ext>
              </a:extLst>
            </p:cNvPr>
            <p:cNvSpPr/>
            <p:nvPr/>
          </p:nvSpPr>
          <p:spPr>
            <a:xfrm>
              <a:off x="775521" y="5415939"/>
              <a:ext cx="11098910" cy="1019516"/>
            </a:xfrm>
            <a:custGeom>
              <a:avLst/>
              <a:gdLst>
                <a:gd name="connsiteX0" fmla="*/ 11098911 w 11098910"/>
                <a:gd name="connsiteY0" fmla="*/ 319230 h 1019516"/>
                <a:gd name="connsiteX1" fmla="*/ 8271572 w 11098910"/>
                <a:gd name="connsiteY1" fmla="*/ 178343 h 1019516"/>
                <a:gd name="connsiteX2" fmla="*/ 7213251 w 11098910"/>
                <a:gd name="connsiteY2" fmla="*/ 47 h 1019516"/>
                <a:gd name="connsiteX3" fmla="*/ 5604544 w 11098910"/>
                <a:gd name="connsiteY3" fmla="*/ 332173 h 1019516"/>
                <a:gd name="connsiteX4" fmla="*/ 5301250 w 11098910"/>
                <a:gd name="connsiteY4" fmla="*/ 417971 h 1019516"/>
                <a:gd name="connsiteX5" fmla="*/ 3532494 w 11098910"/>
                <a:gd name="connsiteY5" fmla="*/ 590112 h 1019516"/>
                <a:gd name="connsiteX6" fmla="*/ 1756163 w 11098910"/>
                <a:gd name="connsiteY6" fmla="*/ 549298 h 1019516"/>
                <a:gd name="connsiteX7" fmla="*/ 1358428 w 11098910"/>
                <a:gd name="connsiteY7" fmla="*/ 563048 h 1019516"/>
                <a:gd name="connsiteX8" fmla="*/ 0 w 11098910"/>
                <a:gd name="connsiteY8" fmla="*/ 1019517 h 101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98910" h="1019516">
                  <a:moveTo>
                    <a:pt x="11098911" y="319230"/>
                  </a:moveTo>
                  <a:cubicBezTo>
                    <a:pt x="10204896" y="762057"/>
                    <a:pt x="9228837" y="436675"/>
                    <a:pt x="8271572" y="178343"/>
                  </a:cubicBezTo>
                  <a:cubicBezTo>
                    <a:pt x="7916768" y="82549"/>
                    <a:pt x="7565217" y="2142"/>
                    <a:pt x="7213251" y="47"/>
                  </a:cubicBezTo>
                  <a:cubicBezTo>
                    <a:pt x="6663738" y="-3249"/>
                    <a:pt x="6151220" y="169176"/>
                    <a:pt x="5604544" y="332173"/>
                  </a:cubicBezTo>
                  <a:cubicBezTo>
                    <a:pt x="5504080" y="361965"/>
                    <a:pt x="5403112" y="391408"/>
                    <a:pt x="5301250" y="417971"/>
                  </a:cubicBezTo>
                  <a:cubicBezTo>
                    <a:pt x="4712254" y="573896"/>
                    <a:pt x="4114440" y="597926"/>
                    <a:pt x="3532494" y="590112"/>
                  </a:cubicBezTo>
                  <a:cubicBezTo>
                    <a:pt x="2944720" y="582233"/>
                    <a:pt x="2357164" y="541615"/>
                    <a:pt x="1756163" y="549298"/>
                  </a:cubicBezTo>
                  <a:cubicBezTo>
                    <a:pt x="1624203" y="551000"/>
                    <a:pt x="1491086" y="556217"/>
                    <a:pt x="1358428" y="563048"/>
                  </a:cubicBezTo>
                  <a:cubicBezTo>
                    <a:pt x="864571" y="588432"/>
                    <a:pt x="389114" y="630643"/>
                    <a:pt x="0" y="1019517"/>
                  </a:cubicBezTo>
                </a:path>
              </a:pathLst>
            </a:custGeom>
            <a:noFill/>
            <a:ln w="2772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D06522E-FEFD-28FF-FE9D-240EC73B3255}"/>
                </a:ext>
              </a:extLst>
            </p:cNvPr>
            <p:cNvSpPr/>
            <p:nvPr/>
          </p:nvSpPr>
          <p:spPr>
            <a:xfrm>
              <a:off x="723837" y="5438969"/>
              <a:ext cx="11111045" cy="975599"/>
            </a:xfrm>
            <a:custGeom>
              <a:avLst/>
              <a:gdLst>
                <a:gd name="connsiteX0" fmla="*/ 11111046 w 11111045"/>
                <a:gd name="connsiteY0" fmla="*/ 253639 h 975599"/>
                <a:gd name="connsiteX1" fmla="*/ 8289557 w 11111045"/>
                <a:gd name="connsiteY1" fmla="*/ 198048 h 975599"/>
                <a:gd name="connsiteX2" fmla="*/ 7232873 w 11111045"/>
                <a:gd name="connsiteY2" fmla="*/ 2400 h 975599"/>
                <a:gd name="connsiteX3" fmla="*/ 5617422 w 11111045"/>
                <a:gd name="connsiteY3" fmla="*/ 269572 h 975599"/>
                <a:gd name="connsiteX4" fmla="*/ 5312622 w 11111045"/>
                <a:gd name="connsiteY4" fmla="*/ 350961 h 975599"/>
                <a:gd name="connsiteX5" fmla="*/ 3546964 w 11111045"/>
                <a:gd name="connsiteY5" fmla="*/ 562935 h 975599"/>
                <a:gd name="connsiteX6" fmla="*/ 1771616 w 11111045"/>
                <a:gd name="connsiteY6" fmla="*/ 570552 h 975599"/>
                <a:gd name="connsiteX7" fmla="*/ 1373248 w 11111045"/>
                <a:gd name="connsiteY7" fmla="*/ 580505 h 975599"/>
                <a:gd name="connsiteX8" fmla="*/ 0 w 11111045"/>
                <a:gd name="connsiteY8" fmla="*/ 975599 h 975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11045" h="975599">
                  <a:moveTo>
                    <a:pt x="11111046" y="253639"/>
                  </a:moveTo>
                  <a:cubicBezTo>
                    <a:pt x="10226416" y="730384"/>
                    <a:pt x="9247172" y="455049"/>
                    <a:pt x="8289557" y="198048"/>
                  </a:cubicBezTo>
                  <a:cubicBezTo>
                    <a:pt x="7934927" y="102800"/>
                    <a:pt x="7583922" y="16718"/>
                    <a:pt x="7232873" y="2400"/>
                  </a:cubicBezTo>
                  <a:cubicBezTo>
                    <a:pt x="6682334" y="-20059"/>
                    <a:pt x="6167022" y="118667"/>
                    <a:pt x="5617422" y="269572"/>
                  </a:cubicBezTo>
                  <a:cubicBezTo>
                    <a:pt x="5516367" y="297160"/>
                    <a:pt x="5414877" y="325097"/>
                    <a:pt x="5312622" y="350961"/>
                  </a:cubicBezTo>
                  <a:cubicBezTo>
                    <a:pt x="4723756" y="502281"/>
                    <a:pt x="4127819" y="547744"/>
                    <a:pt x="3546964" y="562935"/>
                  </a:cubicBezTo>
                  <a:cubicBezTo>
                    <a:pt x="2959408" y="578301"/>
                    <a:pt x="2372333" y="562542"/>
                    <a:pt x="1771616" y="570552"/>
                  </a:cubicBezTo>
                  <a:cubicBezTo>
                    <a:pt x="1639460" y="572342"/>
                    <a:pt x="1506168" y="576380"/>
                    <a:pt x="1373248" y="580505"/>
                  </a:cubicBezTo>
                  <a:cubicBezTo>
                    <a:pt x="876750" y="595892"/>
                    <a:pt x="398935" y="606631"/>
                    <a:pt x="0" y="975599"/>
                  </a:cubicBezTo>
                </a:path>
              </a:pathLst>
            </a:custGeom>
            <a:noFill/>
            <a:ln w="2947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F440AFB-8DF3-7C37-15E9-D414585480D8}"/>
                </a:ext>
              </a:extLst>
            </p:cNvPr>
            <p:cNvSpPr/>
            <p:nvPr/>
          </p:nvSpPr>
          <p:spPr>
            <a:xfrm>
              <a:off x="672218" y="5457511"/>
              <a:ext cx="11123137" cy="936170"/>
            </a:xfrm>
            <a:custGeom>
              <a:avLst/>
              <a:gdLst>
                <a:gd name="connsiteX0" fmla="*/ 11123138 w 11123137"/>
                <a:gd name="connsiteY0" fmla="*/ 192537 h 936170"/>
                <a:gd name="connsiteX1" fmla="*/ 8307520 w 11123137"/>
                <a:gd name="connsiteY1" fmla="*/ 222220 h 936170"/>
                <a:gd name="connsiteX2" fmla="*/ 7252494 w 11123137"/>
                <a:gd name="connsiteY2" fmla="*/ 9242 h 936170"/>
                <a:gd name="connsiteX3" fmla="*/ 5630277 w 11123137"/>
                <a:gd name="connsiteY3" fmla="*/ 211438 h 936170"/>
                <a:gd name="connsiteX4" fmla="*/ 5323949 w 11123137"/>
                <a:gd name="connsiteY4" fmla="*/ 288418 h 936170"/>
                <a:gd name="connsiteX5" fmla="*/ 3561391 w 11123137"/>
                <a:gd name="connsiteY5" fmla="*/ 540225 h 936170"/>
                <a:gd name="connsiteX6" fmla="*/ 1787025 w 11123137"/>
                <a:gd name="connsiteY6" fmla="*/ 596274 h 936170"/>
                <a:gd name="connsiteX7" fmla="*/ 1388046 w 11123137"/>
                <a:gd name="connsiteY7" fmla="*/ 602429 h 936170"/>
                <a:gd name="connsiteX8" fmla="*/ 0 w 11123137"/>
                <a:gd name="connsiteY8" fmla="*/ 936170 h 936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23137" h="936170">
                  <a:moveTo>
                    <a:pt x="11123138" y="192537"/>
                  </a:moveTo>
                  <a:cubicBezTo>
                    <a:pt x="10247915" y="703199"/>
                    <a:pt x="9265462" y="477933"/>
                    <a:pt x="8307520" y="222220"/>
                  </a:cubicBezTo>
                  <a:cubicBezTo>
                    <a:pt x="7953065" y="127539"/>
                    <a:pt x="7602605" y="35717"/>
                    <a:pt x="7252494" y="9242"/>
                  </a:cubicBezTo>
                  <a:cubicBezTo>
                    <a:pt x="6700907" y="-32467"/>
                    <a:pt x="6182802" y="72625"/>
                    <a:pt x="5630277" y="211438"/>
                  </a:cubicBezTo>
                  <a:cubicBezTo>
                    <a:pt x="5528634" y="236800"/>
                    <a:pt x="5426575" y="263078"/>
                    <a:pt x="5323949" y="288418"/>
                  </a:cubicBezTo>
                  <a:cubicBezTo>
                    <a:pt x="4734931" y="433976"/>
                    <a:pt x="4141133" y="502051"/>
                    <a:pt x="3561391" y="540225"/>
                  </a:cubicBezTo>
                  <a:cubicBezTo>
                    <a:pt x="2974032" y="578879"/>
                    <a:pt x="2387458" y="587936"/>
                    <a:pt x="1787025" y="596274"/>
                  </a:cubicBezTo>
                  <a:cubicBezTo>
                    <a:pt x="1654694" y="598129"/>
                    <a:pt x="1521228" y="600988"/>
                    <a:pt x="1388046" y="602429"/>
                  </a:cubicBezTo>
                  <a:cubicBezTo>
                    <a:pt x="888907" y="607754"/>
                    <a:pt x="408735" y="587085"/>
                    <a:pt x="0" y="936170"/>
                  </a:cubicBezTo>
                </a:path>
              </a:pathLst>
            </a:custGeom>
            <a:noFill/>
            <a:ln w="3121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CC4D095-F3ED-AD68-92F7-CE7399B3E3C8}"/>
                </a:ext>
              </a:extLst>
            </p:cNvPr>
            <p:cNvSpPr/>
            <p:nvPr/>
          </p:nvSpPr>
          <p:spPr>
            <a:xfrm>
              <a:off x="620491" y="5469970"/>
              <a:ext cx="11135316" cy="902823"/>
            </a:xfrm>
            <a:custGeom>
              <a:avLst/>
              <a:gdLst>
                <a:gd name="connsiteX0" fmla="*/ 11135316 w 11135316"/>
                <a:gd name="connsiteY0" fmla="*/ 137495 h 902823"/>
                <a:gd name="connsiteX1" fmla="*/ 8325547 w 11135316"/>
                <a:gd name="connsiteY1" fmla="*/ 252452 h 902823"/>
                <a:gd name="connsiteX2" fmla="*/ 7272159 w 11135316"/>
                <a:gd name="connsiteY2" fmla="*/ 22123 h 902823"/>
                <a:gd name="connsiteX3" fmla="*/ 5643198 w 11135316"/>
                <a:gd name="connsiteY3" fmla="*/ 159364 h 902823"/>
                <a:gd name="connsiteX4" fmla="*/ 5335343 w 11135316"/>
                <a:gd name="connsiteY4" fmla="*/ 231958 h 902823"/>
                <a:gd name="connsiteX5" fmla="*/ 3575884 w 11135316"/>
                <a:gd name="connsiteY5" fmla="*/ 523575 h 902823"/>
                <a:gd name="connsiteX6" fmla="*/ 1802478 w 11135316"/>
                <a:gd name="connsiteY6" fmla="*/ 628078 h 902823"/>
                <a:gd name="connsiteX7" fmla="*/ 1402866 w 11135316"/>
                <a:gd name="connsiteY7" fmla="*/ 630435 h 902823"/>
                <a:gd name="connsiteX8" fmla="*/ 0 w 11135316"/>
                <a:gd name="connsiteY8" fmla="*/ 902823 h 90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35316" h="902823">
                  <a:moveTo>
                    <a:pt x="11135316" y="137495"/>
                  </a:moveTo>
                  <a:cubicBezTo>
                    <a:pt x="10269480" y="682075"/>
                    <a:pt x="9283861" y="506856"/>
                    <a:pt x="8325547" y="252452"/>
                  </a:cubicBezTo>
                  <a:cubicBezTo>
                    <a:pt x="7971268" y="158338"/>
                    <a:pt x="7621353" y="60689"/>
                    <a:pt x="7272159" y="22123"/>
                  </a:cubicBezTo>
                  <a:cubicBezTo>
                    <a:pt x="6719525" y="-38903"/>
                    <a:pt x="6198626" y="32643"/>
                    <a:pt x="5643198" y="159364"/>
                  </a:cubicBezTo>
                  <a:cubicBezTo>
                    <a:pt x="5540943" y="182522"/>
                    <a:pt x="5438405" y="207294"/>
                    <a:pt x="5335343" y="231958"/>
                  </a:cubicBezTo>
                  <a:cubicBezTo>
                    <a:pt x="4746455" y="372888"/>
                    <a:pt x="4154534" y="462505"/>
                    <a:pt x="3575884" y="523575"/>
                  </a:cubicBezTo>
                  <a:cubicBezTo>
                    <a:pt x="2988743" y="585560"/>
                    <a:pt x="2402649" y="619391"/>
                    <a:pt x="1802478" y="628078"/>
                  </a:cubicBezTo>
                  <a:cubicBezTo>
                    <a:pt x="1669951" y="630020"/>
                    <a:pt x="1536310" y="631679"/>
                    <a:pt x="1402866" y="630435"/>
                  </a:cubicBezTo>
                  <a:cubicBezTo>
                    <a:pt x="901086" y="625677"/>
                    <a:pt x="418535" y="573622"/>
                    <a:pt x="0" y="902823"/>
                  </a:cubicBezTo>
                </a:path>
              </a:pathLst>
            </a:custGeom>
            <a:noFill/>
            <a:ln w="3296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149C4C8-BE86-4051-AA6A-DD5DF3395891}"/>
                </a:ext>
              </a:extLst>
            </p:cNvPr>
            <p:cNvSpPr/>
            <p:nvPr/>
          </p:nvSpPr>
          <p:spPr>
            <a:xfrm>
              <a:off x="568850" y="5474716"/>
              <a:ext cx="11147407" cy="877146"/>
            </a:xfrm>
            <a:custGeom>
              <a:avLst/>
              <a:gdLst>
                <a:gd name="connsiteX0" fmla="*/ 11147407 w 11147407"/>
                <a:gd name="connsiteY0" fmla="*/ 90189 h 877146"/>
                <a:gd name="connsiteX1" fmla="*/ 8343510 w 11147407"/>
                <a:gd name="connsiteY1" fmla="*/ 290420 h 877146"/>
                <a:gd name="connsiteX2" fmla="*/ 7291759 w 11147407"/>
                <a:gd name="connsiteY2" fmla="*/ 42761 h 877146"/>
                <a:gd name="connsiteX3" fmla="*/ 5656054 w 11147407"/>
                <a:gd name="connsiteY3" fmla="*/ 115027 h 877146"/>
                <a:gd name="connsiteX4" fmla="*/ 5346692 w 11147407"/>
                <a:gd name="connsiteY4" fmla="*/ 183211 h 877146"/>
                <a:gd name="connsiteX5" fmla="*/ 3590311 w 11147407"/>
                <a:gd name="connsiteY5" fmla="*/ 514661 h 877146"/>
                <a:gd name="connsiteX6" fmla="*/ 1817887 w 11147407"/>
                <a:gd name="connsiteY6" fmla="*/ 667595 h 877146"/>
                <a:gd name="connsiteX7" fmla="*/ 1417664 w 11147407"/>
                <a:gd name="connsiteY7" fmla="*/ 666133 h 877146"/>
                <a:gd name="connsiteX8" fmla="*/ 0 w 11147407"/>
                <a:gd name="connsiteY8" fmla="*/ 877147 h 87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47407" h="877146">
                  <a:moveTo>
                    <a:pt x="11147407" y="90189"/>
                  </a:moveTo>
                  <a:cubicBezTo>
                    <a:pt x="10290956" y="668687"/>
                    <a:pt x="9302151" y="543536"/>
                    <a:pt x="8343510" y="290420"/>
                  </a:cubicBezTo>
                  <a:cubicBezTo>
                    <a:pt x="7989405" y="196874"/>
                    <a:pt x="7640058" y="93375"/>
                    <a:pt x="7291759" y="42761"/>
                  </a:cubicBezTo>
                  <a:cubicBezTo>
                    <a:pt x="6738099" y="-37690"/>
                    <a:pt x="6214385" y="397"/>
                    <a:pt x="5656054" y="115027"/>
                  </a:cubicBezTo>
                  <a:cubicBezTo>
                    <a:pt x="5553209" y="135958"/>
                    <a:pt x="5450147" y="159246"/>
                    <a:pt x="5346692" y="183211"/>
                  </a:cubicBezTo>
                  <a:cubicBezTo>
                    <a:pt x="4757958" y="319558"/>
                    <a:pt x="4167892" y="430674"/>
                    <a:pt x="3590311" y="514661"/>
                  </a:cubicBezTo>
                  <a:cubicBezTo>
                    <a:pt x="3003366" y="600000"/>
                    <a:pt x="2417775" y="658559"/>
                    <a:pt x="1817887" y="667595"/>
                  </a:cubicBezTo>
                  <a:cubicBezTo>
                    <a:pt x="1685163" y="669603"/>
                    <a:pt x="1551348" y="670084"/>
                    <a:pt x="1417664" y="666133"/>
                  </a:cubicBezTo>
                  <a:cubicBezTo>
                    <a:pt x="913243" y="651270"/>
                    <a:pt x="428335" y="567829"/>
                    <a:pt x="0" y="877147"/>
                  </a:cubicBezTo>
                </a:path>
              </a:pathLst>
            </a:custGeom>
            <a:noFill/>
            <a:ln w="3470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993C616-DF14-3FAA-970B-B436E309895D}"/>
                </a:ext>
              </a:extLst>
            </p:cNvPr>
            <p:cNvSpPr/>
            <p:nvPr/>
          </p:nvSpPr>
          <p:spPr>
            <a:xfrm>
              <a:off x="517123" y="5470511"/>
              <a:ext cx="11159587" cy="860507"/>
            </a:xfrm>
            <a:custGeom>
              <a:avLst/>
              <a:gdLst>
                <a:gd name="connsiteX0" fmla="*/ 11159587 w 11159587"/>
                <a:gd name="connsiteY0" fmla="*/ 51833 h 860507"/>
                <a:gd name="connsiteX1" fmla="*/ 8361538 w 11159587"/>
                <a:gd name="connsiteY1" fmla="*/ 337361 h 860507"/>
                <a:gd name="connsiteX2" fmla="*/ 7311424 w 11159587"/>
                <a:gd name="connsiteY2" fmla="*/ 72349 h 860507"/>
                <a:gd name="connsiteX3" fmla="*/ 5668953 w 11159587"/>
                <a:gd name="connsiteY3" fmla="*/ 79661 h 860507"/>
                <a:gd name="connsiteX4" fmla="*/ 5358064 w 11159587"/>
                <a:gd name="connsiteY4" fmla="*/ 143437 h 860507"/>
                <a:gd name="connsiteX5" fmla="*/ 3604781 w 11159587"/>
                <a:gd name="connsiteY5" fmla="*/ 514719 h 860507"/>
                <a:gd name="connsiteX6" fmla="*/ 1833340 w 11159587"/>
                <a:gd name="connsiteY6" fmla="*/ 716107 h 860507"/>
                <a:gd name="connsiteX7" fmla="*/ 1432484 w 11159587"/>
                <a:gd name="connsiteY7" fmla="*/ 710847 h 860507"/>
                <a:gd name="connsiteX8" fmla="*/ 0 w 11159587"/>
                <a:gd name="connsiteY8" fmla="*/ 860508 h 860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59587" h="860507">
                  <a:moveTo>
                    <a:pt x="11159587" y="51833"/>
                  </a:moveTo>
                  <a:cubicBezTo>
                    <a:pt x="10312520" y="664249"/>
                    <a:pt x="9320529" y="589145"/>
                    <a:pt x="8361538" y="337361"/>
                  </a:cubicBezTo>
                  <a:cubicBezTo>
                    <a:pt x="8007608" y="244382"/>
                    <a:pt x="7658807" y="134968"/>
                    <a:pt x="7311424" y="72349"/>
                  </a:cubicBezTo>
                  <a:cubicBezTo>
                    <a:pt x="6756760" y="-27614"/>
                    <a:pt x="6230208" y="-22877"/>
                    <a:pt x="5668953" y="79661"/>
                  </a:cubicBezTo>
                  <a:cubicBezTo>
                    <a:pt x="5565519" y="98388"/>
                    <a:pt x="5461933" y="120192"/>
                    <a:pt x="5358064" y="143437"/>
                  </a:cubicBezTo>
                  <a:cubicBezTo>
                    <a:pt x="4769460" y="275200"/>
                    <a:pt x="4181271" y="407880"/>
                    <a:pt x="3604781" y="514719"/>
                  </a:cubicBezTo>
                  <a:cubicBezTo>
                    <a:pt x="3018055" y="623456"/>
                    <a:pt x="2432944" y="706722"/>
                    <a:pt x="1833340" y="716107"/>
                  </a:cubicBezTo>
                  <a:cubicBezTo>
                    <a:pt x="1700420" y="718202"/>
                    <a:pt x="1566430" y="717460"/>
                    <a:pt x="1432484" y="710847"/>
                  </a:cubicBezTo>
                  <a:cubicBezTo>
                    <a:pt x="925422" y="685834"/>
                    <a:pt x="438157" y="571073"/>
                    <a:pt x="0" y="860508"/>
                  </a:cubicBezTo>
                </a:path>
              </a:pathLst>
            </a:custGeom>
            <a:noFill/>
            <a:ln w="3645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6248B42-D8C2-0D28-9F0A-08E79FCDD372}"/>
                </a:ext>
              </a:extLst>
            </p:cNvPr>
            <p:cNvSpPr/>
            <p:nvPr/>
          </p:nvSpPr>
          <p:spPr>
            <a:xfrm>
              <a:off x="465526" y="5457385"/>
              <a:ext cx="11171656" cy="852767"/>
            </a:xfrm>
            <a:custGeom>
              <a:avLst/>
              <a:gdLst>
                <a:gd name="connsiteX0" fmla="*/ 11171656 w 11171656"/>
                <a:gd name="connsiteY0" fmla="*/ 22398 h 852767"/>
                <a:gd name="connsiteX1" fmla="*/ 8379479 w 11171656"/>
                <a:gd name="connsiteY1" fmla="*/ 393199 h 852767"/>
                <a:gd name="connsiteX2" fmla="*/ 7331002 w 11171656"/>
                <a:gd name="connsiteY2" fmla="*/ 110858 h 852767"/>
                <a:gd name="connsiteX3" fmla="*/ 5681787 w 11171656"/>
                <a:gd name="connsiteY3" fmla="*/ 53194 h 852767"/>
                <a:gd name="connsiteX4" fmla="*/ 5369391 w 11171656"/>
                <a:gd name="connsiteY4" fmla="*/ 112583 h 852767"/>
                <a:gd name="connsiteX5" fmla="*/ 3619208 w 11171656"/>
                <a:gd name="connsiteY5" fmla="*/ 523697 h 852767"/>
                <a:gd name="connsiteX6" fmla="*/ 1848749 w 11171656"/>
                <a:gd name="connsiteY6" fmla="*/ 773517 h 852767"/>
                <a:gd name="connsiteX7" fmla="*/ 1447282 w 11171656"/>
                <a:gd name="connsiteY7" fmla="*/ 764460 h 852767"/>
                <a:gd name="connsiteX8" fmla="*/ 0 w 11171656"/>
                <a:gd name="connsiteY8" fmla="*/ 852768 h 85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71656" h="852767">
                  <a:moveTo>
                    <a:pt x="11171656" y="22398"/>
                  </a:moveTo>
                  <a:cubicBezTo>
                    <a:pt x="10333996" y="668731"/>
                    <a:pt x="9338797" y="643675"/>
                    <a:pt x="8379479" y="393199"/>
                  </a:cubicBezTo>
                  <a:cubicBezTo>
                    <a:pt x="8025724" y="300766"/>
                    <a:pt x="7677512" y="185394"/>
                    <a:pt x="7331002" y="110858"/>
                  </a:cubicBezTo>
                  <a:cubicBezTo>
                    <a:pt x="6775334" y="-8683"/>
                    <a:pt x="6245967" y="-37231"/>
                    <a:pt x="5681787" y="53194"/>
                  </a:cubicBezTo>
                  <a:cubicBezTo>
                    <a:pt x="5577764" y="69716"/>
                    <a:pt x="5473719" y="90233"/>
                    <a:pt x="5369391" y="112583"/>
                  </a:cubicBezTo>
                  <a:cubicBezTo>
                    <a:pt x="4781202" y="240941"/>
                    <a:pt x="4194607" y="394029"/>
                    <a:pt x="3619208" y="523697"/>
                  </a:cubicBezTo>
                  <a:cubicBezTo>
                    <a:pt x="3032722" y="655875"/>
                    <a:pt x="2448069" y="763805"/>
                    <a:pt x="1848749" y="773517"/>
                  </a:cubicBezTo>
                  <a:cubicBezTo>
                    <a:pt x="1715654" y="775700"/>
                    <a:pt x="1581468" y="773736"/>
                    <a:pt x="1447282" y="764460"/>
                  </a:cubicBezTo>
                  <a:cubicBezTo>
                    <a:pt x="937601" y="729254"/>
                    <a:pt x="447935" y="583217"/>
                    <a:pt x="0" y="852768"/>
                  </a:cubicBezTo>
                </a:path>
              </a:pathLst>
            </a:custGeom>
            <a:noFill/>
            <a:ln w="3820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22EE787-7503-4E1A-6F46-B06C07AAF10E}"/>
                </a:ext>
              </a:extLst>
            </p:cNvPr>
            <p:cNvSpPr/>
            <p:nvPr/>
          </p:nvSpPr>
          <p:spPr>
            <a:xfrm>
              <a:off x="413820" y="5436579"/>
              <a:ext cx="11183814" cy="852642"/>
            </a:xfrm>
            <a:custGeom>
              <a:avLst/>
              <a:gdLst>
                <a:gd name="connsiteX0" fmla="*/ 11183814 w 11183814"/>
                <a:gd name="connsiteY0" fmla="*/ 622 h 852642"/>
                <a:gd name="connsiteX1" fmla="*/ 8397508 w 11183814"/>
                <a:gd name="connsiteY1" fmla="*/ 456698 h 852642"/>
                <a:gd name="connsiteX2" fmla="*/ 7350689 w 11183814"/>
                <a:gd name="connsiteY2" fmla="*/ 157005 h 852642"/>
                <a:gd name="connsiteX3" fmla="*/ 5694707 w 11183814"/>
                <a:gd name="connsiteY3" fmla="*/ 34365 h 852642"/>
                <a:gd name="connsiteX4" fmla="*/ 5380784 w 11183814"/>
                <a:gd name="connsiteY4" fmla="*/ 89344 h 852642"/>
                <a:gd name="connsiteX5" fmla="*/ 3633701 w 11183814"/>
                <a:gd name="connsiteY5" fmla="*/ 540291 h 852642"/>
                <a:gd name="connsiteX6" fmla="*/ 1864202 w 11183814"/>
                <a:gd name="connsiteY6" fmla="*/ 838565 h 852642"/>
                <a:gd name="connsiteX7" fmla="*/ 1462102 w 11183814"/>
                <a:gd name="connsiteY7" fmla="*/ 825710 h 852642"/>
                <a:gd name="connsiteX8" fmla="*/ 0 w 11183814"/>
                <a:gd name="connsiteY8" fmla="*/ 852643 h 852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83814" h="852642">
                  <a:moveTo>
                    <a:pt x="11183814" y="622"/>
                  </a:moveTo>
                  <a:cubicBezTo>
                    <a:pt x="10355539" y="680872"/>
                    <a:pt x="9357152" y="705885"/>
                    <a:pt x="8397508" y="456698"/>
                  </a:cubicBezTo>
                  <a:cubicBezTo>
                    <a:pt x="8043927" y="364832"/>
                    <a:pt x="7696304" y="243458"/>
                    <a:pt x="7350689" y="157005"/>
                  </a:cubicBezTo>
                  <a:cubicBezTo>
                    <a:pt x="6794083" y="17799"/>
                    <a:pt x="6261812" y="-43969"/>
                    <a:pt x="5694707" y="34365"/>
                  </a:cubicBezTo>
                  <a:cubicBezTo>
                    <a:pt x="5590074" y="48661"/>
                    <a:pt x="5485527" y="67715"/>
                    <a:pt x="5380784" y="89344"/>
                  </a:cubicBezTo>
                  <a:cubicBezTo>
                    <a:pt x="4792726" y="213120"/>
                    <a:pt x="4208052" y="387815"/>
                    <a:pt x="3633701" y="540291"/>
                  </a:cubicBezTo>
                  <a:cubicBezTo>
                    <a:pt x="3047454" y="695932"/>
                    <a:pt x="2463260" y="828503"/>
                    <a:pt x="1864202" y="838565"/>
                  </a:cubicBezTo>
                  <a:cubicBezTo>
                    <a:pt x="1730911" y="840813"/>
                    <a:pt x="1596571" y="837627"/>
                    <a:pt x="1462102" y="825710"/>
                  </a:cubicBezTo>
                  <a:cubicBezTo>
                    <a:pt x="949780" y="780290"/>
                    <a:pt x="457757" y="602997"/>
                    <a:pt x="0" y="852643"/>
                  </a:cubicBezTo>
                </a:path>
              </a:pathLst>
            </a:custGeom>
            <a:noFill/>
            <a:ln w="3994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72020CD-3685-EF47-B6CD-94B1108D7B32}"/>
                </a:ext>
              </a:extLst>
            </p:cNvPr>
            <p:cNvSpPr/>
            <p:nvPr/>
          </p:nvSpPr>
          <p:spPr>
            <a:xfrm>
              <a:off x="362158" y="5394640"/>
              <a:ext cx="11195927" cy="925377"/>
            </a:xfrm>
            <a:custGeom>
              <a:avLst/>
              <a:gdLst>
                <a:gd name="connsiteX0" fmla="*/ 11195927 w 11195927"/>
                <a:gd name="connsiteY0" fmla="*/ 0 h 925377"/>
                <a:gd name="connsiteX1" fmla="*/ 8415470 w 11195927"/>
                <a:gd name="connsiteY1" fmla="*/ 541350 h 925377"/>
                <a:gd name="connsiteX2" fmla="*/ 7370289 w 11195927"/>
                <a:gd name="connsiteY2" fmla="*/ 224328 h 925377"/>
                <a:gd name="connsiteX3" fmla="*/ 5707563 w 11195927"/>
                <a:gd name="connsiteY3" fmla="*/ 36733 h 925377"/>
                <a:gd name="connsiteX4" fmla="*/ 5392134 w 11195927"/>
                <a:gd name="connsiteY4" fmla="*/ 87304 h 925377"/>
                <a:gd name="connsiteX5" fmla="*/ 3648150 w 11195927"/>
                <a:gd name="connsiteY5" fmla="*/ 578083 h 925377"/>
                <a:gd name="connsiteX6" fmla="*/ 1879633 w 11195927"/>
                <a:gd name="connsiteY6" fmla="*/ 924789 h 925377"/>
                <a:gd name="connsiteX7" fmla="*/ 1476921 w 11195927"/>
                <a:gd name="connsiteY7" fmla="*/ 908136 h 925377"/>
                <a:gd name="connsiteX8" fmla="*/ 0 w 11195927"/>
                <a:gd name="connsiteY8" fmla="*/ 873716 h 925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95927" h="925377">
                  <a:moveTo>
                    <a:pt x="11195927" y="0"/>
                  </a:moveTo>
                  <a:cubicBezTo>
                    <a:pt x="10377038" y="714168"/>
                    <a:pt x="9375487" y="789228"/>
                    <a:pt x="8415470" y="541350"/>
                  </a:cubicBezTo>
                  <a:cubicBezTo>
                    <a:pt x="8062064" y="450052"/>
                    <a:pt x="7715074" y="322632"/>
                    <a:pt x="7370289" y="224328"/>
                  </a:cubicBezTo>
                  <a:cubicBezTo>
                    <a:pt x="6812766" y="65369"/>
                    <a:pt x="6277571" y="-29509"/>
                    <a:pt x="5707563" y="36733"/>
                  </a:cubicBezTo>
                  <a:cubicBezTo>
                    <a:pt x="5602340" y="48825"/>
                    <a:pt x="5497270" y="66373"/>
                    <a:pt x="5392134" y="87304"/>
                  </a:cubicBezTo>
                  <a:cubicBezTo>
                    <a:pt x="4804207" y="206474"/>
                    <a:pt x="4221453" y="402820"/>
                    <a:pt x="3648150" y="578083"/>
                  </a:cubicBezTo>
                  <a:cubicBezTo>
                    <a:pt x="3062165" y="757209"/>
                    <a:pt x="2478407" y="914400"/>
                    <a:pt x="1879633" y="924789"/>
                  </a:cubicBezTo>
                  <a:cubicBezTo>
                    <a:pt x="1746145" y="927124"/>
                    <a:pt x="1611631" y="922694"/>
                    <a:pt x="1476921" y="908136"/>
                  </a:cubicBezTo>
                  <a:cubicBezTo>
                    <a:pt x="961981" y="852458"/>
                    <a:pt x="467578" y="643954"/>
                    <a:pt x="0" y="873716"/>
                  </a:cubicBezTo>
                </a:path>
              </a:pathLst>
            </a:custGeom>
            <a:noFill/>
            <a:ln w="4169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F6A6A30-E877-5DDA-5FEF-62AB3909C6F5}"/>
                </a:ext>
              </a:extLst>
            </p:cNvPr>
            <p:cNvSpPr/>
            <p:nvPr/>
          </p:nvSpPr>
          <p:spPr>
            <a:xfrm>
              <a:off x="310496" y="5352079"/>
              <a:ext cx="11208040" cy="1012138"/>
            </a:xfrm>
            <a:custGeom>
              <a:avLst/>
              <a:gdLst>
                <a:gd name="connsiteX0" fmla="*/ 11208040 w 11208040"/>
                <a:gd name="connsiteY0" fmla="*/ 0 h 1012138"/>
                <a:gd name="connsiteX1" fmla="*/ 8433455 w 11208040"/>
                <a:gd name="connsiteY1" fmla="*/ 626646 h 1012138"/>
                <a:gd name="connsiteX2" fmla="*/ 7389911 w 11208040"/>
                <a:gd name="connsiteY2" fmla="*/ 292272 h 1012138"/>
                <a:gd name="connsiteX3" fmla="*/ 5720418 w 11208040"/>
                <a:gd name="connsiteY3" fmla="*/ 39701 h 1012138"/>
                <a:gd name="connsiteX4" fmla="*/ 5403461 w 11208040"/>
                <a:gd name="connsiteY4" fmla="*/ 85885 h 1012138"/>
                <a:gd name="connsiteX5" fmla="*/ 3662576 w 11208040"/>
                <a:gd name="connsiteY5" fmla="*/ 616475 h 1012138"/>
                <a:gd name="connsiteX6" fmla="*/ 1895042 w 11208040"/>
                <a:gd name="connsiteY6" fmla="*/ 1011613 h 1012138"/>
                <a:gd name="connsiteX7" fmla="*/ 1491719 w 11208040"/>
                <a:gd name="connsiteY7" fmla="*/ 991162 h 1012138"/>
                <a:gd name="connsiteX8" fmla="*/ 0 w 11208040"/>
                <a:gd name="connsiteY8" fmla="*/ 895389 h 101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08040" h="1012138">
                  <a:moveTo>
                    <a:pt x="11208040" y="0"/>
                  </a:moveTo>
                  <a:cubicBezTo>
                    <a:pt x="10398536" y="748086"/>
                    <a:pt x="9393798" y="873214"/>
                    <a:pt x="8433455" y="626646"/>
                  </a:cubicBezTo>
                  <a:cubicBezTo>
                    <a:pt x="8080223" y="535915"/>
                    <a:pt x="7733888" y="402384"/>
                    <a:pt x="7389911" y="292272"/>
                  </a:cubicBezTo>
                  <a:cubicBezTo>
                    <a:pt x="6831514" y="113517"/>
                    <a:pt x="6293351" y="-14449"/>
                    <a:pt x="5720418" y="39701"/>
                  </a:cubicBezTo>
                  <a:cubicBezTo>
                    <a:pt x="5614606" y="49567"/>
                    <a:pt x="5509034" y="65653"/>
                    <a:pt x="5403461" y="85885"/>
                  </a:cubicBezTo>
                  <a:cubicBezTo>
                    <a:pt x="4815665" y="200472"/>
                    <a:pt x="4234854" y="418492"/>
                    <a:pt x="3662576" y="616475"/>
                  </a:cubicBezTo>
                  <a:cubicBezTo>
                    <a:pt x="3076876" y="819108"/>
                    <a:pt x="2493533" y="1000896"/>
                    <a:pt x="1895042" y="1011613"/>
                  </a:cubicBezTo>
                  <a:cubicBezTo>
                    <a:pt x="1761358" y="1014014"/>
                    <a:pt x="1626691" y="1008361"/>
                    <a:pt x="1491719" y="991162"/>
                  </a:cubicBezTo>
                  <a:cubicBezTo>
                    <a:pt x="974181" y="925204"/>
                    <a:pt x="477356" y="685511"/>
                    <a:pt x="0" y="895389"/>
                  </a:cubicBezTo>
                </a:path>
              </a:pathLst>
            </a:custGeom>
            <a:noFill/>
            <a:ln w="4343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4BB3A9A-7CFA-F272-091A-D7ADA2A7A289}"/>
                </a:ext>
              </a:extLst>
            </p:cNvPr>
            <p:cNvSpPr/>
            <p:nvPr/>
          </p:nvSpPr>
          <p:spPr>
            <a:xfrm>
              <a:off x="258747" y="5309518"/>
              <a:ext cx="11220240" cy="1098966"/>
            </a:xfrm>
            <a:custGeom>
              <a:avLst/>
              <a:gdLst>
                <a:gd name="connsiteX0" fmla="*/ 11220241 w 11220240"/>
                <a:gd name="connsiteY0" fmla="*/ 0 h 1098966"/>
                <a:gd name="connsiteX1" fmla="*/ 8451505 w 11220240"/>
                <a:gd name="connsiteY1" fmla="*/ 711920 h 1098966"/>
                <a:gd name="connsiteX2" fmla="*/ 7409597 w 11220240"/>
                <a:gd name="connsiteY2" fmla="*/ 360216 h 1098966"/>
                <a:gd name="connsiteX3" fmla="*/ 5733361 w 11220240"/>
                <a:gd name="connsiteY3" fmla="*/ 42692 h 1098966"/>
                <a:gd name="connsiteX4" fmla="*/ 5414876 w 11220240"/>
                <a:gd name="connsiteY4" fmla="*/ 84467 h 1098966"/>
                <a:gd name="connsiteX5" fmla="*/ 3677069 w 11220240"/>
                <a:gd name="connsiteY5" fmla="*/ 654889 h 1098966"/>
                <a:gd name="connsiteX6" fmla="*/ 1910495 w 11220240"/>
                <a:gd name="connsiteY6" fmla="*/ 1098480 h 1098966"/>
                <a:gd name="connsiteX7" fmla="*/ 1506539 w 11220240"/>
                <a:gd name="connsiteY7" fmla="*/ 1074232 h 1098966"/>
                <a:gd name="connsiteX8" fmla="*/ 0 w 11220240"/>
                <a:gd name="connsiteY8" fmla="*/ 917084 h 1098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20240" h="1098966">
                  <a:moveTo>
                    <a:pt x="11220241" y="0"/>
                  </a:moveTo>
                  <a:cubicBezTo>
                    <a:pt x="10420145" y="782003"/>
                    <a:pt x="9412198" y="957179"/>
                    <a:pt x="8451505" y="711920"/>
                  </a:cubicBezTo>
                  <a:cubicBezTo>
                    <a:pt x="8098448" y="621735"/>
                    <a:pt x="7752789" y="482092"/>
                    <a:pt x="7409597" y="360216"/>
                  </a:cubicBezTo>
                  <a:cubicBezTo>
                    <a:pt x="6850372" y="161600"/>
                    <a:pt x="6309218" y="633"/>
                    <a:pt x="5733361" y="42692"/>
                  </a:cubicBezTo>
                  <a:cubicBezTo>
                    <a:pt x="5626959" y="50353"/>
                    <a:pt x="5520864" y="64932"/>
                    <a:pt x="5414876" y="84467"/>
                  </a:cubicBezTo>
                  <a:cubicBezTo>
                    <a:pt x="4827233" y="194448"/>
                    <a:pt x="4248364" y="434184"/>
                    <a:pt x="3677069" y="654889"/>
                  </a:cubicBezTo>
                  <a:cubicBezTo>
                    <a:pt x="3091674" y="881072"/>
                    <a:pt x="2508723" y="1087415"/>
                    <a:pt x="1910495" y="1098480"/>
                  </a:cubicBezTo>
                  <a:cubicBezTo>
                    <a:pt x="1776614" y="1100968"/>
                    <a:pt x="1641773" y="1094050"/>
                    <a:pt x="1506539" y="1074232"/>
                  </a:cubicBezTo>
                  <a:cubicBezTo>
                    <a:pt x="986382" y="997972"/>
                    <a:pt x="487178" y="727111"/>
                    <a:pt x="0" y="917084"/>
                  </a:cubicBezTo>
                </a:path>
              </a:pathLst>
            </a:custGeom>
            <a:noFill/>
            <a:ln w="4540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A2B2478-4ECE-C2A9-EB8F-62A9A779FFE6}"/>
                </a:ext>
              </a:extLst>
            </p:cNvPr>
            <p:cNvSpPr/>
            <p:nvPr/>
          </p:nvSpPr>
          <p:spPr>
            <a:xfrm>
              <a:off x="207150" y="5266936"/>
              <a:ext cx="11232310" cy="1185738"/>
            </a:xfrm>
            <a:custGeom>
              <a:avLst/>
              <a:gdLst>
                <a:gd name="connsiteX0" fmla="*/ 11232311 w 11232310"/>
                <a:gd name="connsiteY0" fmla="*/ 0 h 1185738"/>
                <a:gd name="connsiteX1" fmla="*/ 8469446 w 11232310"/>
                <a:gd name="connsiteY1" fmla="*/ 797194 h 1185738"/>
                <a:gd name="connsiteX2" fmla="*/ 7429197 w 11232310"/>
                <a:gd name="connsiteY2" fmla="*/ 428139 h 1185738"/>
                <a:gd name="connsiteX3" fmla="*/ 5746195 w 11232310"/>
                <a:gd name="connsiteY3" fmla="*/ 45638 h 1185738"/>
                <a:gd name="connsiteX4" fmla="*/ 5426204 w 11232310"/>
                <a:gd name="connsiteY4" fmla="*/ 83004 h 1185738"/>
                <a:gd name="connsiteX5" fmla="*/ 3691496 w 11232310"/>
                <a:gd name="connsiteY5" fmla="*/ 693259 h 1185738"/>
                <a:gd name="connsiteX6" fmla="*/ 1925904 w 11232310"/>
                <a:gd name="connsiteY6" fmla="*/ 1185282 h 1185738"/>
                <a:gd name="connsiteX7" fmla="*/ 1521337 w 11232310"/>
                <a:gd name="connsiteY7" fmla="*/ 1157236 h 1185738"/>
                <a:gd name="connsiteX8" fmla="*/ 0 w 11232310"/>
                <a:gd name="connsiteY8" fmla="*/ 938736 h 1185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32310" h="1185738">
                  <a:moveTo>
                    <a:pt x="11232311" y="0"/>
                  </a:moveTo>
                  <a:cubicBezTo>
                    <a:pt x="10441599" y="815921"/>
                    <a:pt x="9430466" y="1041165"/>
                    <a:pt x="8469446" y="797194"/>
                  </a:cubicBezTo>
                  <a:cubicBezTo>
                    <a:pt x="8116563" y="707577"/>
                    <a:pt x="7771625" y="561779"/>
                    <a:pt x="7429197" y="428139"/>
                  </a:cubicBezTo>
                  <a:cubicBezTo>
                    <a:pt x="6869208" y="209595"/>
                    <a:pt x="6324977" y="15671"/>
                    <a:pt x="5746195" y="45638"/>
                  </a:cubicBezTo>
                  <a:cubicBezTo>
                    <a:pt x="5639204" y="51073"/>
                    <a:pt x="5532584" y="64190"/>
                    <a:pt x="5426204" y="83004"/>
                  </a:cubicBezTo>
                  <a:cubicBezTo>
                    <a:pt x="4838692" y="188402"/>
                    <a:pt x="4262202" y="450794"/>
                    <a:pt x="3691496" y="693259"/>
                  </a:cubicBezTo>
                  <a:cubicBezTo>
                    <a:pt x="3106843" y="943974"/>
                    <a:pt x="2523849" y="1173889"/>
                    <a:pt x="1925904" y="1185282"/>
                  </a:cubicBezTo>
                  <a:cubicBezTo>
                    <a:pt x="1791849" y="1187858"/>
                    <a:pt x="1656833" y="1179673"/>
                    <a:pt x="1521337" y="1157236"/>
                  </a:cubicBezTo>
                  <a:cubicBezTo>
                    <a:pt x="998605" y="1070630"/>
                    <a:pt x="496978" y="768646"/>
                    <a:pt x="0" y="938736"/>
                  </a:cubicBezTo>
                </a:path>
              </a:pathLst>
            </a:custGeom>
            <a:noFill/>
            <a:ln w="4714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E6BFB79-6318-32D2-A3E9-276AA739E410}"/>
                </a:ext>
              </a:extLst>
            </p:cNvPr>
            <p:cNvSpPr/>
            <p:nvPr/>
          </p:nvSpPr>
          <p:spPr>
            <a:xfrm>
              <a:off x="155444" y="5224375"/>
              <a:ext cx="11244467" cy="1272614"/>
            </a:xfrm>
            <a:custGeom>
              <a:avLst/>
              <a:gdLst>
                <a:gd name="connsiteX0" fmla="*/ 11244468 w 11244467"/>
                <a:gd name="connsiteY0" fmla="*/ 0 h 1272614"/>
                <a:gd name="connsiteX1" fmla="*/ 8487452 w 11244467"/>
                <a:gd name="connsiteY1" fmla="*/ 882490 h 1272614"/>
                <a:gd name="connsiteX2" fmla="*/ 7448841 w 11244467"/>
                <a:gd name="connsiteY2" fmla="*/ 496105 h 1272614"/>
                <a:gd name="connsiteX3" fmla="*/ 5759094 w 11244467"/>
                <a:gd name="connsiteY3" fmla="*/ 48650 h 1272614"/>
                <a:gd name="connsiteX4" fmla="*/ 5437576 w 11244467"/>
                <a:gd name="connsiteY4" fmla="*/ 81629 h 1272614"/>
                <a:gd name="connsiteX5" fmla="*/ 3705967 w 11244467"/>
                <a:gd name="connsiteY5" fmla="*/ 731716 h 1272614"/>
                <a:gd name="connsiteX6" fmla="*/ 1941357 w 11244467"/>
                <a:gd name="connsiteY6" fmla="*/ 1272193 h 1272614"/>
                <a:gd name="connsiteX7" fmla="*/ 1536157 w 11244467"/>
                <a:gd name="connsiteY7" fmla="*/ 1240349 h 1272614"/>
                <a:gd name="connsiteX8" fmla="*/ 0 w 11244467"/>
                <a:gd name="connsiteY8" fmla="*/ 960496 h 127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44467" h="1272614">
                  <a:moveTo>
                    <a:pt x="11244468" y="0"/>
                  </a:moveTo>
                  <a:cubicBezTo>
                    <a:pt x="10463141" y="849839"/>
                    <a:pt x="9448822" y="1125130"/>
                    <a:pt x="8487452" y="882490"/>
                  </a:cubicBezTo>
                  <a:cubicBezTo>
                    <a:pt x="8134745" y="793440"/>
                    <a:pt x="7790549" y="641466"/>
                    <a:pt x="7448841" y="496105"/>
                  </a:cubicBezTo>
                  <a:cubicBezTo>
                    <a:pt x="6888153" y="257612"/>
                    <a:pt x="6340779" y="30775"/>
                    <a:pt x="5759094" y="48650"/>
                  </a:cubicBezTo>
                  <a:cubicBezTo>
                    <a:pt x="5651492" y="51880"/>
                    <a:pt x="5544392" y="63492"/>
                    <a:pt x="5437576" y="81629"/>
                  </a:cubicBezTo>
                  <a:cubicBezTo>
                    <a:pt x="4850194" y="182443"/>
                    <a:pt x="4275669" y="466334"/>
                    <a:pt x="3705967" y="731716"/>
                  </a:cubicBezTo>
                  <a:cubicBezTo>
                    <a:pt x="3121597" y="1005763"/>
                    <a:pt x="2539018" y="1260451"/>
                    <a:pt x="1941357" y="1272193"/>
                  </a:cubicBezTo>
                  <a:cubicBezTo>
                    <a:pt x="1807105" y="1274834"/>
                    <a:pt x="1671980" y="1265165"/>
                    <a:pt x="1536157" y="1240349"/>
                  </a:cubicBezTo>
                  <a:cubicBezTo>
                    <a:pt x="1011024" y="1142460"/>
                    <a:pt x="506778" y="810290"/>
                    <a:pt x="0" y="960496"/>
                  </a:cubicBezTo>
                </a:path>
              </a:pathLst>
            </a:custGeom>
            <a:noFill/>
            <a:ln w="4889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68BA8C-F59C-45A6-AAF5-31758364D07C}"/>
                </a:ext>
              </a:extLst>
            </p:cNvPr>
            <p:cNvSpPr/>
            <p:nvPr/>
          </p:nvSpPr>
          <p:spPr>
            <a:xfrm>
              <a:off x="103826" y="5181815"/>
              <a:ext cx="11256538" cy="1359424"/>
            </a:xfrm>
            <a:custGeom>
              <a:avLst/>
              <a:gdLst>
                <a:gd name="connsiteX0" fmla="*/ 11256538 w 11256538"/>
                <a:gd name="connsiteY0" fmla="*/ 0 h 1359424"/>
                <a:gd name="connsiteX1" fmla="*/ 8505393 w 11256538"/>
                <a:gd name="connsiteY1" fmla="*/ 967764 h 1359424"/>
                <a:gd name="connsiteX2" fmla="*/ 7468419 w 11256538"/>
                <a:gd name="connsiteY2" fmla="*/ 564049 h 1359424"/>
                <a:gd name="connsiteX3" fmla="*/ 5771928 w 11256538"/>
                <a:gd name="connsiteY3" fmla="*/ 51618 h 1359424"/>
                <a:gd name="connsiteX4" fmla="*/ 5448903 w 11256538"/>
                <a:gd name="connsiteY4" fmla="*/ 80189 h 1359424"/>
                <a:gd name="connsiteX5" fmla="*/ 3720394 w 11256538"/>
                <a:gd name="connsiteY5" fmla="*/ 770108 h 1359424"/>
                <a:gd name="connsiteX6" fmla="*/ 1956766 w 11256538"/>
                <a:gd name="connsiteY6" fmla="*/ 1359017 h 1359424"/>
                <a:gd name="connsiteX7" fmla="*/ 1550955 w 11256538"/>
                <a:gd name="connsiteY7" fmla="*/ 1323375 h 1359424"/>
                <a:gd name="connsiteX8" fmla="*/ 0 w 11256538"/>
                <a:gd name="connsiteY8" fmla="*/ 982148 h 135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56538" h="1359424">
                  <a:moveTo>
                    <a:pt x="11256538" y="0"/>
                  </a:moveTo>
                  <a:cubicBezTo>
                    <a:pt x="10484596" y="883756"/>
                    <a:pt x="9467112" y="1209094"/>
                    <a:pt x="8505393" y="967764"/>
                  </a:cubicBezTo>
                  <a:cubicBezTo>
                    <a:pt x="8152860" y="879282"/>
                    <a:pt x="7809450" y="721087"/>
                    <a:pt x="7468419" y="564049"/>
                  </a:cubicBezTo>
                  <a:cubicBezTo>
                    <a:pt x="6907076" y="305542"/>
                    <a:pt x="6356515" y="45835"/>
                    <a:pt x="5771928" y="51618"/>
                  </a:cubicBezTo>
                  <a:cubicBezTo>
                    <a:pt x="5663736" y="52644"/>
                    <a:pt x="5556112" y="62772"/>
                    <a:pt x="5448903" y="80189"/>
                  </a:cubicBezTo>
                  <a:cubicBezTo>
                    <a:pt x="4861653" y="176398"/>
                    <a:pt x="4289070" y="481809"/>
                    <a:pt x="3720394" y="770108"/>
                  </a:cubicBezTo>
                  <a:cubicBezTo>
                    <a:pt x="3136308" y="1067509"/>
                    <a:pt x="2554143" y="1346947"/>
                    <a:pt x="1956766" y="1359017"/>
                  </a:cubicBezTo>
                  <a:cubicBezTo>
                    <a:pt x="1822318" y="1361745"/>
                    <a:pt x="1687040" y="1350876"/>
                    <a:pt x="1550955" y="1323375"/>
                  </a:cubicBezTo>
                  <a:cubicBezTo>
                    <a:pt x="1023224" y="1215380"/>
                    <a:pt x="516578" y="851847"/>
                    <a:pt x="0" y="982148"/>
                  </a:cubicBezTo>
                </a:path>
              </a:pathLst>
            </a:custGeom>
            <a:noFill/>
            <a:ln w="5064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22A2092-4C7E-6837-9A68-05EB527FDF85}"/>
                </a:ext>
              </a:extLst>
            </p:cNvPr>
            <p:cNvSpPr/>
            <p:nvPr/>
          </p:nvSpPr>
          <p:spPr>
            <a:xfrm>
              <a:off x="52098" y="5139254"/>
              <a:ext cx="11268717" cy="1446210"/>
            </a:xfrm>
            <a:custGeom>
              <a:avLst/>
              <a:gdLst>
                <a:gd name="connsiteX0" fmla="*/ 11268717 w 11268717"/>
                <a:gd name="connsiteY0" fmla="*/ 0 h 1446210"/>
                <a:gd name="connsiteX1" fmla="*/ 8523443 w 11268717"/>
                <a:gd name="connsiteY1" fmla="*/ 1053039 h 1446210"/>
                <a:gd name="connsiteX2" fmla="*/ 7488106 w 11268717"/>
                <a:gd name="connsiteY2" fmla="*/ 631972 h 1446210"/>
                <a:gd name="connsiteX3" fmla="*/ 5784849 w 11268717"/>
                <a:gd name="connsiteY3" fmla="*/ 54565 h 1446210"/>
                <a:gd name="connsiteX4" fmla="*/ 5460297 w 11268717"/>
                <a:gd name="connsiteY4" fmla="*/ 78726 h 1446210"/>
                <a:gd name="connsiteX5" fmla="*/ 3734886 w 11268717"/>
                <a:gd name="connsiteY5" fmla="*/ 808478 h 1446210"/>
                <a:gd name="connsiteX6" fmla="*/ 1972219 w 11268717"/>
                <a:gd name="connsiteY6" fmla="*/ 1445819 h 1446210"/>
                <a:gd name="connsiteX7" fmla="*/ 1565775 w 11268717"/>
                <a:gd name="connsiteY7" fmla="*/ 1406380 h 1446210"/>
                <a:gd name="connsiteX8" fmla="*/ 0 w 11268717"/>
                <a:gd name="connsiteY8" fmla="*/ 1003799 h 144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68717" h="1446210">
                  <a:moveTo>
                    <a:pt x="11268717" y="0"/>
                  </a:moveTo>
                  <a:cubicBezTo>
                    <a:pt x="10506182" y="917674"/>
                    <a:pt x="9485490" y="1293081"/>
                    <a:pt x="8523443" y="1053039"/>
                  </a:cubicBezTo>
                  <a:cubicBezTo>
                    <a:pt x="8171085" y="965123"/>
                    <a:pt x="7828700" y="800294"/>
                    <a:pt x="7488106" y="631972"/>
                  </a:cubicBezTo>
                  <a:cubicBezTo>
                    <a:pt x="6926523" y="352730"/>
                    <a:pt x="6372383" y="60895"/>
                    <a:pt x="5784849" y="54565"/>
                  </a:cubicBezTo>
                  <a:cubicBezTo>
                    <a:pt x="5676068" y="53365"/>
                    <a:pt x="5567920" y="62008"/>
                    <a:pt x="5460297" y="78726"/>
                  </a:cubicBezTo>
                  <a:cubicBezTo>
                    <a:pt x="4873177" y="170352"/>
                    <a:pt x="4302537" y="497262"/>
                    <a:pt x="3734886" y="808478"/>
                  </a:cubicBezTo>
                  <a:cubicBezTo>
                    <a:pt x="3151084" y="1129233"/>
                    <a:pt x="2569334" y="1433422"/>
                    <a:pt x="1972219" y="1445819"/>
                  </a:cubicBezTo>
                  <a:cubicBezTo>
                    <a:pt x="1837574" y="1448613"/>
                    <a:pt x="1702122" y="1436565"/>
                    <a:pt x="1565775" y="1406380"/>
                  </a:cubicBezTo>
                  <a:cubicBezTo>
                    <a:pt x="1035447" y="1288279"/>
                    <a:pt x="526399" y="893381"/>
                    <a:pt x="0" y="1003799"/>
                  </a:cubicBezTo>
                </a:path>
              </a:pathLst>
            </a:custGeom>
            <a:noFill/>
            <a:ln w="5238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52CA06-99AE-F3F2-FC43-0A41996932F6}"/>
                </a:ext>
              </a:extLst>
            </p:cNvPr>
            <p:cNvSpPr/>
            <p:nvPr/>
          </p:nvSpPr>
          <p:spPr>
            <a:xfrm>
              <a:off x="458" y="5096671"/>
              <a:ext cx="11280830" cy="1533052"/>
            </a:xfrm>
            <a:custGeom>
              <a:avLst/>
              <a:gdLst>
                <a:gd name="connsiteX0" fmla="*/ 11280831 w 11280830"/>
                <a:gd name="connsiteY0" fmla="*/ 0 h 1533052"/>
                <a:gd name="connsiteX1" fmla="*/ 8541406 w 11280830"/>
                <a:gd name="connsiteY1" fmla="*/ 1138313 h 1533052"/>
                <a:gd name="connsiteX2" fmla="*/ 5797704 w 11280830"/>
                <a:gd name="connsiteY2" fmla="*/ 57533 h 1533052"/>
                <a:gd name="connsiteX3" fmla="*/ 1580573 w 11280830"/>
                <a:gd name="connsiteY3" fmla="*/ 1489427 h 1533052"/>
                <a:gd name="connsiteX4" fmla="*/ 0 w 11280830"/>
                <a:gd name="connsiteY4" fmla="*/ 1025516 h 1533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0830" h="1533052">
                  <a:moveTo>
                    <a:pt x="11280831" y="0"/>
                  </a:moveTo>
                  <a:cubicBezTo>
                    <a:pt x="10527681" y="951591"/>
                    <a:pt x="9503802" y="1377045"/>
                    <a:pt x="8541406" y="1138313"/>
                  </a:cubicBezTo>
                  <a:cubicBezTo>
                    <a:pt x="7606184" y="906324"/>
                    <a:pt x="6744822" y="87086"/>
                    <a:pt x="5797704" y="57533"/>
                  </a:cubicBezTo>
                  <a:cubicBezTo>
                    <a:pt x="4343875" y="12201"/>
                    <a:pt x="3017225" y="1835042"/>
                    <a:pt x="1580573" y="1489427"/>
                  </a:cubicBezTo>
                  <a:cubicBezTo>
                    <a:pt x="1047648" y="1361222"/>
                    <a:pt x="536177" y="934982"/>
                    <a:pt x="0" y="1025516"/>
                  </a:cubicBezTo>
                </a:path>
              </a:pathLst>
            </a:custGeom>
            <a:noFill/>
            <a:ln w="5413" cap="flat">
              <a:gradFill>
                <a:gsLst>
                  <a:gs pos="0">
                    <a:schemeClr val="bg1">
                      <a:alpha val="21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4549BA0-ED73-F580-3EBB-1E058A70E0D7}"/>
              </a:ext>
            </a:extLst>
          </p:cNvPr>
          <p:cNvGrpSpPr/>
          <p:nvPr/>
        </p:nvGrpSpPr>
        <p:grpSpPr>
          <a:xfrm rot="1221058">
            <a:off x="-4083938" y="-8317557"/>
            <a:ext cx="21494928" cy="2703193"/>
            <a:chOff x="458" y="5096671"/>
            <a:chExt cx="12190341" cy="1533052"/>
          </a:xfrm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466469D-79BF-3109-80AC-56493F224797}"/>
                </a:ext>
              </a:extLst>
            </p:cNvPr>
            <p:cNvSpPr/>
            <p:nvPr/>
          </p:nvSpPr>
          <p:spPr>
            <a:xfrm>
              <a:off x="1188905" y="5155968"/>
              <a:ext cx="11001894" cy="1446543"/>
            </a:xfrm>
            <a:custGeom>
              <a:avLst/>
              <a:gdLst>
                <a:gd name="connsiteX0" fmla="*/ 0 w 11001894"/>
                <a:gd name="connsiteY0" fmla="*/ 1446544 h 1446543"/>
                <a:gd name="connsiteX1" fmla="*/ 1632715 w 11001894"/>
                <a:gd name="connsiteY1" fmla="*/ 455055 h 1446543"/>
                <a:gd name="connsiteX2" fmla="*/ 3416859 w 11001894"/>
                <a:gd name="connsiteY2" fmla="*/ 883412 h 1446543"/>
                <a:gd name="connsiteX3" fmla="*/ 5210389 w 11001894"/>
                <a:gd name="connsiteY3" fmla="*/ 1029908 h 1446543"/>
                <a:gd name="connsiteX4" fmla="*/ 7056191 w 11001894"/>
                <a:gd name="connsiteY4" fmla="*/ 57036 h 1446543"/>
                <a:gd name="connsiteX5" fmla="*/ 11001895 w 11001894"/>
                <a:gd name="connsiteY5" fmla="*/ 919730 h 1446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001894" h="1446543">
                  <a:moveTo>
                    <a:pt x="0" y="1446544"/>
                  </a:moveTo>
                  <a:cubicBezTo>
                    <a:pt x="396382" y="747392"/>
                    <a:pt x="1029489" y="460031"/>
                    <a:pt x="1632715" y="455055"/>
                  </a:cubicBezTo>
                  <a:cubicBezTo>
                    <a:pt x="2235964" y="450078"/>
                    <a:pt x="2826794" y="690513"/>
                    <a:pt x="3416859" y="883412"/>
                  </a:cubicBezTo>
                  <a:cubicBezTo>
                    <a:pt x="4006925" y="1076288"/>
                    <a:pt x="4620301" y="1222566"/>
                    <a:pt x="5210389" y="1029908"/>
                  </a:cubicBezTo>
                  <a:cubicBezTo>
                    <a:pt x="5847861" y="821775"/>
                    <a:pt x="6414442" y="231360"/>
                    <a:pt x="7056191" y="57036"/>
                  </a:cubicBezTo>
                  <a:cubicBezTo>
                    <a:pt x="8375333" y="-301281"/>
                    <a:pt x="9671098" y="1155211"/>
                    <a:pt x="11001895" y="919730"/>
                  </a:cubicBezTo>
                </a:path>
              </a:pathLst>
            </a:custGeom>
            <a:noFill/>
            <a:ln w="1353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B6B67FD-79BE-961F-530E-050D3695D848}"/>
                </a:ext>
              </a:extLst>
            </p:cNvPr>
            <p:cNvSpPr/>
            <p:nvPr/>
          </p:nvSpPr>
          <p:spPr>
            <a:xfrm>
              <a:off x="1137221" y="5192590"/>
              <a:ext cx="11014029" cy="1389034"/>
            </a:xfrm>
            <a:custGeom>
              <a:avLst/>
              <a:gdLst>
                <a:gd name="connsiteX0" fmla="*/ 11014030 w 11014029"/>
                <a:gd name="connsiteY0" fmla="*/ 840547 h 1389034"/>
                <a:gd name="connsiteX1" fmla="*/ 8145657 w 11014029"/>
                <a:gd name="connsiteY1" fmla="*/ 102698 h 1389034"/>
                <a:gd name="connsiteX2" fmla="*/ 7075835 w 11014029"/>
                <a:gd name="connsiteY2" fmla="*/ 45776 h 1389034"/>
                <a:gd name="connsiteX3" fmla="*/ 5514403 w 11014029"/>
                <a:gd name="connsiteY3" fmla="*/ 832668 h 1389034"/>
                <a:gd name="connsiteX4" fmla="*/ 5221738 w 11014029"/>
                <a:gd name="connsiteY4" fmla="*/ 949284 h 1389034"/>
                <a:gd name="connsiteX5" fmla="*/ 3431308 w 11014029"/>
                <a:gd name="connsiteY5" fmla="*/ 842621 h 1389034"/>
                <a:gd name="connsiteX6" fmla="*/ 1648146 w 11014029"/>
                <a:gd name="connsiteY6" fmla="*/ 462718 h 1389034"/>
                <a:gd name="connsiteX7" fmla="*/ 1254755 w 11014029"/>
                <a:gd name="connsiteY7" fmla="*/ 503052 h 1389034"/>
                <a:gd name="connsiteX8" fmla="*/ 0 w 11014029"/>
                <a:gd name="connsiteY8" fmla="*/ 1389035 h 138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14029" h="1389034">
                  <a:moveTo>
                    <a:pt x="11014030" y="840547"/>
                  </a:moveTo>
                  <a:cubicBezTo>
                    <a:pt x="10054275" y="1045952"/>
                    <a:pt x="9100544" y="370175"/>
                    <a:pt x="8145657" y="102698"/>
                  </a:cubicBezTo>
                  <a:cubicBezTo>
                    <a:pt x="7789632" y="2953"/>
                    <a:pt x="7433519" y="-39520"/>
                    <a:pt x="7075835" y="45776"/>
                  </a:cubicBezTo>
                  <a:cubicBezTo>
                    <a:pt x="6532433" y="173742"/>
                    <a:pt x="6040671" y="585009"/>
                    <a:pt x="5514403" y="832668"/>
                  </a:cubicBezTo>
                  <a:cubicBezTo>
                    <a:pt x="5418107" y="877957"/>
                    <a:pt x="5320719" y="917790"/>
                    <a:pt x="5221738" y="949284"/>
                  </a:cubicBezTo>
                  <a:cubicBezTo>
                    <a:pt x="4631782" y="1137359"/>
                    <a:pt x="4020348" y="1012580"/>
                    <a:pt x="3431308" y="842621"/>
                  </a:cubicBezTo>
                  <a:cubicBezTo>
                    <a:pt x="2841526" y="673077"/>
                    <a:pt x="2251111" y="457392"/>
                    <a:pt x="1648146" y="462718"/>
                  </a:cubicBezTo>
                  <a:cubicBezTo>
                    <a:pt x="1517540" y="463874"/>
                    <a:pt x="1385536" y="476948"/>
                    <a:pt x="1254755" y="503052"/>
                  </a:cubicBezTo>
                  <a:cubicBezTo>
                    <a:pt x="778992" y="597297"/>
                    <a:pt x="320493" y="860933"/>
                    <a:pt x="0" y="1389035"/>
                  </a:cubicBezTo>
                </a:path>
              </a:pathLst>
            </a:custGeom>
            <a:noFill/>
            <a:ln w="1528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7CE3B11-4A12-646A-E858-1C4CBDB64823}"/>
                </a:ext>
              </a:extLst>
            </p:cNvPr>
            <p:cNvSpPr/>
            <p:nvPr/>
          </p:nvSpPr>
          <p:spPr>
            <a:xfrm>
              <a:off x="1085559" y="5228864"/>
              <a:ext cx="11026142" cy="1331916"/>
            </a:xfrm>
            <a:custGeom>
              <a:avLst/>
              <a:gdLst>
                <a:gd name="connsiteX0" fmla="*/ 11026143 w 11026142"/>
                <a:gd name="connsiteY0" fmla="*/ 761713 h 1331916"/>
                <a:gd name="connsiteX1" fmla="*/ 8163620 w 11026142"/>
                <a:gd name="connsiteY1" fmla="*/ 109159 h 1331916"/>
                <a:gd name="connsiteX2" fmla="*/ 7095456 w 11026142"/>
                <a:gd name="connsiteY2" fmla="*/ 34907 h 1331916"/>
                <a:gd name="connsiteX3" fmla="*/ 5527280 w 11026142"/>
                <a:gd name="connsiteY3" fmla="*/ 756845 h 1331916"/>
                <a:gd name="connsiteX4" fmla="*/ 5233110 w 11026142"/>
                <a:gd name="connsiteY4" fmla="*/ 869053 h 1331916"/>
                <a:gd name="connsiteX5" fmla="*/ 3445779 w 11026142"/>
                <a:gd name="connsiteY5" fmla="*/ 802222 h 1331916"/>
                <a:gd name="connsiteX6" fmla="*/ 1663599 w 11026142"/>
                <a:gd name="connsiteY6" fmla="*/ 470750 h 1331916"/>
                <a:gd name="connsiteX7" fmla="*/ 1269575 w 11026142"/>
                <a:gd name="connsiteY7" fmla="*/ 507287 h 1331916"/>
                <a:gd name="connsiteX8" fmla="*/ 0 w 11026142"/>
                <a:gd name="connsiteY8" fmla="*/ 1331917 h 1331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26142" h="1331916">
                  <a:moveTo>
                    <a:pt x="11026143" y="761713"/>
                  </a:moveTo>
                  <a:cubicBezTo>
                    <a:pt x="10075795" y="1001035"/>
                    <a:pt x="9118857" y="375327"/>
                    <a:pt x="8163620" y="109159"/>
                  </a:cubicBezTo>
                  <a:cubicBezTo>
                    <a:pt x="7807769" y="9982"/>
                    <a:pt x="7452507" y="-37359"/>
                    <a:pt x="7095456" y="34907"/>
                  </a:cubicBezTo>
                  <a:cubicBezTo>
                    <a:pt x="6551487" y="144976"/>
                    <a:pt x="6056452" y="521277"/>
                    <a:pt x="5527280" y="756845"/>
                  </a:cubicBezTo>
                  <a:cubicBezTo>
                    <a:pt x="5430373" y="799930"/>
                    <a:pt x="5332483" y="838278"/>
                    <a:pt x="5233110" y="869053"/>
                  </a:cubicBezTo>
                  <a:cubicBezTo>
                    <a:pt x="4643284" y="1052544"/>
                    <a:pt x="4033793" y="949263"/>
                    <a:pt x="3445779" y="802222"/>
                  </a:cubicBezTo>
                  <a:cubicBezTo>
                    <a:pt x="2856281" y="656031"/>
                    <a:pt x="2266280" y="465097"/>
                    <a:pt x="1663599" y="470750"/>
                  </a:cubicBezTo>
                  <a:cubicBezTo>
                    <a:pt x="1532796" y="471994"/>
                    <a:pt x="1400640" y="483868"/>
                    <a:pt x="1269575" y="507287"/>
                  </a:cubicBezTo>
                  <a:cubicBezTo>
                    <a:pt x="791214" y="591404"/>
                    <a:pt x="330293" y="823698"/>
                    <a:pt x="0" y="1331917"/>
                  </a:cubicBezTo>
                </a:path>
              </a:pathLst>
            </a:custGeom>
            <a:noFill/>
            <a:ln w="1702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A782888-A8DA-F2D8-6B0F-0FAADB29BC6B}"/>
                </a:ext>
              </a:extLst>
            </p:cNvPr>
            <p:cNvSpPr/>
            <p:nvPr/>
          </p:nvSpPr>
          <p:spPr>
            <a:xfrm>
              <a:off x="1033875" y="5263891"/>
              <a:ext cx="11038277" cy="1275958"/>
            </a:xfrm>
            <a:custGeom>
              <a:avLst/>
              <a:gdLst>
                <a:gd name="connsiteX0" fmla="*/ 11038278 w 11038277"/>
                <a:gd name="connsiteY0" fmla="*/ 684103 h 1275958"/>
                <a:gd name="connsiteX1" fmla="*/ 8181626 w 11038277"/>
                <a:gd name="connsiteY1" fmla="*/ 116824 h 1275958"/>
                <a:gd name="connsiteX2" fmla="*/ 7115100 w 11038277"/>
                <a:gd name="connsiteY2" fmla="*/ 25220 h 1275958"/>
                <a:gd name="connsiteX3" fmla="*/ 5540158 w 11038277"/>
                <a:gd name="connsiteY3" fmla="*/ 682182 h 1275958"/>
                <a:gd name="connsiteX4" fmla="*/ 5244459 w 11038277"/>
                <a:gd name="connsiteY4" fmla="*/ 789981 h 1275958"/>
                <a:gd name="connsiteX5" fmla="*/ 3460228 w 11038277"/>
                <a:gd name="connsiteY5" fmla="*/ 762982 h 1275958"/>
                <a:gd name="connsiteX6" fmla="*/ 1679008 w 11038277"/>
                <a:gd name="connsiteY6" fmla="*/ 479964 h 1275958"/>
                <a:gd name="connsiteX7" fmla="*/ 1284373 w 11038277"/>
                <a:gd name="connsiteY7" fmla="*/ 512703 h 1275958"/>
                <a:gd name="connsiteX8" fmla="*/ 0 w 11038277"/>
                <a:gd name="connsiteY8" fmla="*/ 1275958 h 1275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38277" h="1275958">
                  <a:moveTo>
                    <a:pt x="11038278" y="684103"/>
                  </a:moveTo>
                  <a:cubicBezTo>
                    <a:pt x="10097316" y="957343"/>
                    <a:pt x="9137190" y="381682"/>
                    <a:pt x="8181626" y="116824"/>
                  </a:cubicBezTo>
                  <a:cubicBezTo>
                    <a:pt x="7825950" y="18214"/>
                    <a:pt x="7471387" y="-34518"/>
                    <a:pt x="7115100" y="25220"/>
                  </a:cubicBezTo>
                  <a:cubicBezTo>
                    <a:pt x="6570323" y="116562"/>
                    <a:pt x="6072254" y="458706"/>
                    <a:pt x="5540158" y="682182"/>
                  </a:cubicBezTo>
                  <a:cubicBezTo>
                    <a:pt x="5442661" y="723041"/>
                    <a:pt x="5344248" y="759905"/>
                    <a:pt x="5244459" y="789981"/>
                  </a:cubicBezTo>
                  <a:cubicBezTo>
                    <a:pt x="4654786" y="968867"/>
                    <a:pt x="4047238" y="887107"/>
                    <a:pt x="3460228" y="762982"/>
                  </a:cubicBezTo>
                  <a:cubicBezTo>
                    <a:pt x="2871013" y="640145"/>
                    <a:pt x="2281428" y="473962"/>
                    <a:pt x="1679008" y="479964"/>
                  </a:cubicBezTo>
                  <a:cubicBezTo>
                    <a:pt x="1548009" y="481274"/>
                    <a:pt x="1415699" y="491969"/>
                    <a:pt x="1284373" y="512703"/>
                  </a:cubicBezTo>
                  <a:cubicBezTo>
                    <a:pt x="803415" y="586715"/>
                    <a:pt x="340093" y="787646"/>
                    <a:pt x="0" y="1275958"/>
                  </a:cubicBezTo>
                </a:path>
              </a:pathLst>
            </a:custGeom>
            <a:noFill/>
            <a:ln w="1877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916345-4DE5-FF83-7C9E-240B60176180}"/>
                </a:ext>
              </a:extLst>
            </p:cNvPr>
            <p:cNvSpPr/>
            <p:nvPr/>
          </p:nvSpPr>
          <p:spPr>
            <a:xfrm>
              <a:off x="982191" y="5297769"/>
              <a:ext cx="11050413" cy="1221236"/>
            </a:xfrm>
            <a:custGeom>
              <a:avLst/>
              <a:gdLst>
                <a:gd name="connsiteX0" fmla="*/ 11050414 w 11050413"/>
                <a:gd name="connsiteY0" fmla="*/ 607664 h 1221236"/>
                <a:gd name="connsiteX1" fmla="*/ 8199611 w 11050413"/>
                <a:gd name="connsiteY1" fmla="*/ 125659 h 1221236"/>
                <a:gd name="connsiteX2" fmla="*/ 7134721 w 11050413"/>
                <a:gd name="connsiteY2" fmla="*/ 16726 h 1221236"/>
                <a:gd name="connsiteX3" fmla="*/ 5553035 w 11050413"/>
                <a:gd name="connsiteY3" fmla="*/ 608734 h 1221236"/>
                <a:gd name="connsiteX4" fmla="*/ 5255809 w 11050413"/>
                <a:gd name="connsiteY4" fmla="*/ 712146 h 1221236"/>
                <a:gd name="connsiteX5" fmla="*/ 3474676 w 11050413"/>
                <a:gd name="connsiteY5" fmla="*/ 724979 h 1221236"/>
                <a:gd name="connsiteX6" fmla="*/ 1694439 w 11050413"/>
                <a:gd name="connsiteY6" fmla="*/ 490393 h 1221236"/>
                <a:gd name="connsiteX7" fmla="*/ 1299192 w 11050413"/>
                <a:gd name="connsiteY7" fmla="*/ 519335 h 1221236"/>
                <a:gd name="connsiteX8" fmla="*/ 0 w 11050413"/>
                <a:gd name="connsiteY8" fmla="*/ 1221237 h 122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0413" h="1221236">
                  <a:moveTo>
                    <a:pt x="11050414" y="607664"/>
                  </a:moveTo>
                  <a:cubicBezTo>
                    <a:pt x="10118836" y="914822"/>
                    <a:pt x="9155524" y="389208"/>
                    <a:pt x="8199611" y="125659"/>
                  </a:cubicBezTo>
                  <a:cubicBezTo>
                    <a:pt x="7844109" y="27617"/>
                    <a:pt x="7490201" y="-30549"/>
                    <a:pt x="7134721" y="16726"/>
                  </a:cubicBezTo>
                  <a:cubicBezTo>
                    <a:pt x="6589093" y="89297"/>
                    <a:pt x="6088034" y="397349"/>
                    <a:pt x="5553035" y="608734"/>
                  </a:cubicBezTo>
                  <a:cubicBezTo>
                    <a:pt x="5454949" y="647388"/>
                    <a:pt x="5356034" y="682768"/>
                    <a:pt x="5255809" y="712146"/>
                  </a:cubicBezTo>
                  <a:cubicBezTo>
                    <a:pt x="4666267" y="886448"/>
                    <a:pt x="4060661" y="826186"/>
                    <a:pt x="3474676" y="724979"/>
                  </a:cubicBezTo>
                  <a:cubicBezTo>
                    <a:pt x="2885746" y="625474"/>
                    <a:pt x="2296575" y="484064"/>
                    <a:pt x="1694439" y="490393"/>
                  </a:cubicBezTo>
                  <a:cubicBezTo>
                    <a:pt x="1563243" y="491790"/>
                    <a:pt x="1430803" y="501612"/>
                    <a:pt x="1299192" y="519335"/>
                  </a:cubicBezTo>
                  <a:cubicBezTo>
                    <a:pt x="815790" y="584464"/>
                    <a:pt x="349914" y="752807"/>
                    <a:pt x="0" y="1221237"/>
                  </a:cubicBezTo>
                </a:path>
              </a:pathLst>
            </a:custGeom>
            <a:noFill/>
            <a:ln w="2052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8655D3-82F3-C3AD-517D-B665F2E42BAE}"/>
                </a:ext>
              </a:extLst>
            </p:cNvPr>
            <p:cNvSpPr/>
            <p:nvPr/>
          </p:nvSpPr>
          <p:spPr>
            <a:xfrm>
              <a:off x="930573" y="5330212"/>
              <a:ext cx="11062504" cy="1167862"/>
            </a:xfrm>
            <a:custGeom>
              <a:avLst/>
              <a:gdLst>
                <a:gd name="connsiteX0" fmla="*/ 11062505 w 11062504"/>
                <a:gd name="connsiteY0" fmla="*/ 532660 h 1167862"/>
                <a:gd name="connsiteX1" fmla="*/ 8217574 w 11062504"/>
                <a:gd name="connsiteY1" fmla="*/ 135929 h 1167862"/>
                <a:gd name="connsiteX2" fmla="*/ 7154321 w 11062504"/>
                <a:gd name="connsiteY2" fmla="*/ 9644 h 1167862"/>
                <a:gd name="connsiteX3" fmla="*/ 5565891 w 11062504"/>
                <a:gd name="connsiteY3" fmla="*/ 536677 h 1167862"/>
                <a:gd name="connsiteX4" fmla="*/ 5267158 w 11062504"/>
                <a:gd name="connsiteY4" fmla="*/ 635679 h 1167862"/>
                <a:gd name="connsiteX5" fmla="*/ 3489125 w 11062504"/>
                <a:gd name="connsiteY5" fmla="*/ 688324 h 1167862"/>
                <a:gd name="connsiteX6" fmla="*/ 1709870 w 11062504"/>
                <a:gd name="connsiteY6" fmla="*/ 502170 h 1167862"/>
                <a:gd name="connsiteX7" fmla="*/ 1313990 w 11062504"/>
                <a:gd name="connsiteY7" fmla="*/ 527313 h 1167862"/>
                <a:gd name="connsiteX8" fmla="*/ 0 w 11062504"/>
                <a:gd name="connsiteY8" fmla="*/ 1167862 h 1167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62504" h="1167862">
                  <a:moveTo>
                    <a:pt x="11062505" y="532660"/>
                  </a:moveTo>
                  <a:cubicBezTo>
                    <a:pt x="10140313" y="873735"/>
                    <a:pt x="9173814" y="398191"/>
                    <a:pt x="8217574" y="135929"/>
                  </a:cubicBezTo>
                  <a:cubicBezTo>
                    <a:pt x="7862247" y="38433"/>
                    <a:pt x="7508971" y="-25212"/>
                    <a:pt x="7154321" y="9644"/>
                  </a:cubicBezTo>
                  <a:cubicBezTo>
                    <a:pt x="6607776" y="63358"/>
                    <a:pt x="6103814" y="337383"/>
                    <a:pt x="5565891" y="536677"/>
                  </a:cubicBezTo>
                  <a:cubicBezTo>
                    <a:pt x="5467215" y="573104"/>
                    <a:pt x="5367776" y="607000"/>
                    <a:pt x="5267158" y="635679"/>
                  </a:cubicBezTo>
                  <a:cubicBezTo>
                    <a:pt x="4677747" y="805376"/>
                    <a:pt x="4074259" y="765347"/>
                    <a:pt x="3489125" y="688324"/>
                  </a:cubicBezTo>
                  <a:cubicBezTo>
                    <a:pt x="2900653" y="610863"/>
                    <a:pt x="2311722" y="495513"/>
                    <a:pt x="1709870" y="502170"/>
                  </a:cubicBezTo>
                  <a:cubicBezTo>
                    <a:pt x="1578478" y="503632"/>
                    <a:pt x="1445885" y="512319"/>
                    <a:pt x="1313990" y="527313"/>
                  </a:cubicBezTo>
                  <a:cubicBezTo>
                    <a:pt x="827991" y="582555"/>
                    <a:pt x="359692" y="719316"/>
                    <a:pt x="0" y="1167862"/>
                  </a:cubicBezTo>
                </a:path>
              </a:pathLst>
            </a:custGeom>
            <a:noFill/>
            <a:ln w="2226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947B3FA-9FB1-1A60-0D78-738B69B789E8}"/>
                </a:ext>
              </a:extLst>
            </p:cNvPr>
            <p:cNvSpPr/>
            <p:nvPr/>
          </p:nvSpPr>
          <p:spPr>
            <a:xfrm>
              <a:off x="878867" y="5361000"/>
              <a:ext cx="11074662" cy="1116230"/>
            </a:xfrm>
            <a:custGeom>
              <a:avLst/>
              <a:gdLst>
                <a:gd name="connsiteX0" fmla="*/ 11074662 w 11074662"/>
                <a:gd name="connsiteY0" fmla="*/ 459312 h 1116230"/>
                <a:gd name="connsiteX1" fmla="*/ 8235580 w 11074662"/>
                <a:gd name="connsiteY1" fmla="*/ 147877 h 1116230"/>
                <a:gd name="connsiteX2" fmla="*/ 7173986 w 11074662"/>
                <a:gd name="connsiteY2" fmla="*/ 4262 h 1116230"/>
                <a:gd name="connsiteX3" fmla="*/ 5578790 w 11074662"/>
                <a:gd name="connsiteY3" fmla="*/ 466340 h 1116230"/>
                <a:gd name="connsiteX4" fmla="*/ 5278529 w 11074662"/>
                <a:gd name="connsiteY4" fmla="*/ 560934 h 1116230"/>
                <a:gd name="connsiteX5" fmla="*/ 3503574 w 11074662"/>
                <a:gd name="connsiteY5" fmla="*/ 653411 h 1116230"/>
                <a:gd name="connsiteX6" fmla="*/ 1725301 w 11074662"/>
                <a:gd name="connsiteY6" fmla="*/ 515710 h 1116230"/>
                <a:gd name="connsiteX7" fmla="*/ 1328810 w 11074662"/>
                <a:gd name="connsiteY7" fmla="*/ 537056 h 1116230"/>
                <a:gd name="connsiteX8" fmla="*/ 0 w 11074662"/>
                <a:gd name="connsiteY8" fmla="*/ 1116231 h 111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74662" h="1116230">
                  <a:moveTo>
                    <a:pt x="11074662" y="459312"/>
                  </a:moveTo>
                  <a:cubicBezTo>
                    <a:pt x="10161877" y="834304"/>
                    <a:pt x="9192192" y="408807"/>
                    <a:pt x="8235580" y="147877"/>
                  </a:cubicBezTo>
                  <a:cubicBezTo>
                    <a:pt x="7880428" y="50948"/>
                    <a:pt x="7527742" y="-18219"/>
                    <a:pt x="7173986" y="4262"/>
                  </a:cubicBezTo>
                  <a:cubicBezTo>
                    <a:pt x="6626481" y="39053"/>
                    <a:pt x="6119638" y="279139"/>
                    <a:pt x="5578790" y="466340"/>
                  </a:cubicBezTo>
                  <a:cubicBezTo>
                    <a:pt x="5479503" y="500563"/>
                    <a:pt x="5379562" y="532975"/>
                    <a:pt x="5278529" y="560934"/>
                  </a:cubicBezTo>
                  <a:cubicBezTo>
                    <a:pt x="4689249" y="726047"/>
                    <a:pt x="4087681" y="707321"/>
                    <a:pt x="3503574" y="653411"/>
                  </a:cubicBezTo>
                  <a:cubicBezTo>
                    <a:pt x="2915364" y="599108"/>
                    <a:pt x="2326869" y="508704"/>
                    <a:pt x="1725301" y="515710"/>
                  </a:cubicBezTo>
                  <a:cubicBezTo>
                    <a:pt x="1593734" y="517260"/>
                    <a:pt x="1460967" y="524790"/>
                    <a:pt x="1328810" y="537056"/>
                  </a:cubicBezTo>
                  <a:cubicBezTo>
                    <a:pt x="840213" y="582389"/>
                    <a:pt x="369514" y="687590"/>
                    <a:pt x="0" y="1116231"/>
                  </a:cubicBezTo>
                </a:path>
              </a:pathLst>
            </a:custGeom>
            <a:noFill/>
            <a:ln w="2423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9B963F3-0E05-533C-6EA4-5C913BBB385B}"/>
                </a:ext>
              </a:extLst>
            </p:cNvPr>
            <p:cNvSpPr/>
            <p:nvPr/>
          </p:nvSpPr>
          <p:spPr>
            <a:xfrm>
              <a:off x="827183" y="5389678"/>
              <a:ext cx="11086797" cy="1066643"/>
            </a:xfrm>
            <a:custGeom>
              <a:avLst/>
              <a:gdLst>
                <a:gd name="connsiteX0" fmla="*/ 11086797 w 11086797"/>
                <a:gd name="connsiteY0" fmla="*/ 388051 h 1066643"/>
                <a:gd name="connsiteX1" fmla="*/ 8253587 w 11086797"/>
                <a:gd name="connsiteY1" fmla="*/ 161891 h 1066643"/>
                <a:gd name="connsiteX2" fmla="*/ 7193629 w 11086797"/>
                <a:gd name="connsiteY2" fmla="*/ 924 h 1066643"/>
                <a:gd name="connsiteX3" fmla="*/ 5591689 w 11086797"/>
                <a:gd name="connsiteY3" fmla="*/ 398026 h 1066643"/>
                <a:gd name="connsiteX4" fmla="*/ 5289923 w 11086797"/>
                <a:gd name="connsiteY4" fmla="*/ 488233 h 1066643"/>
                <a:gd name="connsiteX5" fmla="*/ 3518067 w 11086797"/>
                <a:gd name="connsiteY5" fmla="*/ 620542 h 1066643"/>
                <a:gd name="connsiteX6" fmla="*/ 1740754 w 11086797"/>
                <a:gd name="connsiteY6" fmla="*/ 531274 h 1066643"/>
                <a:gd name="connsiteX7" fmla="*/ 1343630 w 11086797"/>
                <a:gd name="connsiteY7" fmla="*/ 548822 h 1066643"/>
                <a:gd name="connsiteX8" fmla="*/ 0 w 11086797"/>
                <a:gd name="connsiteY8" fmla="*/ 1066643 h 1066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86797" h="1066643">
                  <a:moveTo>
                    <a:pt x="11086797" y="388051"/>
                  </a:moveTo>
                  <a:cubicBezTo>
                    <a:pt x="10183397" y="796961"/>
                    <a:pt x="9210526" y="421533"/>
                    <a:pt x="8253587" y="161891"/>
                  </a:cubicBezTo>
                  <a:cubicBezTo>
                    <a:pt x="7898609" y="65529"/>
                    <a:pt x="7546512" y="-9225"/>
                    <a:pt x="7193629" y="924"/>
                  </a:cubicBezTo>
                  <a:cubicBezTo>
                    <a:pt x="6645142" y="16726"/>
                    <a:pt x="6135440" y="222938"/>
                    <a:pt x="5591689" y="398026"/>
                  </a:cubicBezTo>
                  <a:cubicBezTo>
                    <a:pt x="5491813" y="430045"/>
                    <a:pt x="5391370" y="460950"/>
                    <a:pt x="5289923" y="488233"/>
                  </a:cubicBezTo>
                  <a:cubicBezTo>
                    <a:pt x="4700774" y="648741"/>
                    <a:pt x="4101082" y="651382"/>
                    <a:pt x="3518067" y="620542"/>
                  </a:cubicBezTo>
                  <a:cubicBezTo>
                    <a:pt x="2930074" y="589440"/>
                    <a:pt x="2342038" y="523940"/>
                    <a:pt x="1740754" y="531274"/>
                  </a:cubicBezTo>
                  <a:cubicBezTo>
                    <a:pt x="1608991" y="532889"/>
                    <a:pt x="1476048" y="539284"/>
                    <a:pt x="1343630" y="548822"/>
                  </a:cubicBezTo>
                  <a:cubicBezTo>
                    <a:pt x="852392" y="584202"/>
                    <a:pt x="379336" y="657886"/>
                    <a:pt x="0" y="1066643"/>
                  </a:cubicBezTo>
                </a:path>
              </a:pathLst>
            </a:custGeom>
            <a:noFill/>
            <a:ln w="2597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E19E21C-8570-277C-1147-222C3F8DBC50}"/>
                </a:ext>
              </a:extLst>
            </p:cNvPr>
            <p:cNvSpPr/>
            <p:nvPr/>
          </p:nvSpPr>
          <p:spPr>
            <a:xfrm>
              <a:off x="775521" y="5415939"/>
              <a:ext cx="11098910" cy="1019516"/>
            </a:xfrm>
            <a:custGeom>
              <a:avLst/>
              <a:gdLst>
                <a:gd name="connsiteX0" fmla="*/ 11098911 w 11098910"/>
                <a:gd name="connsiteY0" fmla="*/ 319230 h 1019516"/>
                <a:gd name="connsiteX1" fmla="*/ 8271572 w 11098910"/>
                <a:gd name="connsiteY1" fmla="*/ 178343 h 1019516"/>
                <a:gd name="connsiteX2" fmla="*/ 7213251 w 11098910"/>
                <a:gd name="connsiteY2" fmla="*/ 47 h 1019516"/>
                <a:gd name="connsiteX3" fmla="*/ 5604544 w 11098910"/>
                <a:gd name="connsiteY3" fmla="*/ 332173 h 1019516"/>
                <a:gd name="connsiteX4" fmla="*/ 5301250 w 11098910"/>
                <a:gd name="connsiteY4" fmla="*/ 417971 h 1019516"/>
                <a:gd name="connsiteX5" fmla="*/ 3532494 w 11098910"/>
                <a:gd name="connsiteY5" fmla="*/ 590112 h 1019516"/>
                <a:gd name="connsiteX6" fmla="*/ 1756163 w 11098910"/>
                <a:gd name="connsiteY6" fmla="*/ 549298 h 1019516"/>
                <a:gd name="connsiteX7" fmla="*/ 1358428 w 11098910"/>
                <a:gd name="connsiteY7" fmla="*/ 563048 h 1019516"/>
                <a:gd name="connsiteX8" fmla="*/ 0 w 11098910"/>
                <a:gd name="connsiteY8" fmla="*/ 1019517 h 1019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98910" h="1019516">
                  <a:moveTo>
                    <a:pt x="11098911" y="319230"/>
                  </a:moveTo>
                  <a:cubicBezTo>
                    <a:pt x="10204896" y="762057"/>
                    <a:pt x="9228837" y="436675"/>
                    <a:pt x="8271572" y="178343"/>
                  </a:cubicBezTo>
                  <a:cubicBezTo>
                    <a:pt x="7916768" y="82549"/>
                    <a:pt x="7565217" y="2142"/>
                    <a:pt x="7213251" y="47"/>
                  </a:cubicBezTo>
                  <a:cubicBezTo>
                    <a:pt x="6663738" y="-3249"/>
                    <a:pt x="6151220" y="169176"/>
                    <a:pt x="5604544" y="332173"/>
                  </a:cubicBezTo>
                  <a:cubicBezTo>
                    <a:pt x="5504080" y="361965"/>
                    <a:pt x="5403112" y="391408"/>
                    <a:pt x="5301250" y="417971"/>
                  </a:cubicBezTo>
                  <a:cubicBezTo>
                    <a:pt x="4712254" y="573896"/>
                    <a:pt x="4114440" y="597926"/>
                    <a:pt x="3532494" y="590112"/>
                  </a:cubicBezTo>
                  <a:cubicBezTo>
                    <a:pt x="2944720" y="582233"/>
                    <a:pt x="2357164" y="541615"/>
                    <a:pt x="1756163" y="549298"/>
                  </a:cubicBezTo>
                  <a:cubicBezTo>
                    <a:pt x="1624203" y="551000"/>
                    <a:pt x="1491086" y="556217"/>
                    <a:pt x="1358428" y="563048"/>
                  </a:cubicBezTo>
                  <a:cubicBezTo>
                    <a:pt x="864571" y="588432"/>
                    <a:pt x="389114" y="630643"/>
                    <a:pt x="0" y="1019517"/>
                  </a:cubicBezTo>
                </a:path>
              </a:pathLst>
            </a:custGeom>
            <a:noFill/>
            <a:ln w="2772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E351DFD-A8C0-D667-D229-4697584E36E9}"/>
                </a:ext>
              </a:extLst>
            </p:cNvPr>
            <p:cNvSpPr/>
            <p:nvPr/>
          </p:nvSpPr>
          <p:spPr>
            <a:xfrm>
              <a:off x="723837" y="5438969"/>
              <a:ext cx="11111045" cy="975599"/>
            </a:xfrm>
            <a:custGeom>
              <a:avLst/>
              <a:gdLst>
                <a:gd name="connsiteX0" fmla="*/ 11111046 w 11111045"/>
                <a:gd name="connsiteY0" fmla="*/ 253639 h 975599"/>
                <a:gd name="connsiteX1" fmla="*/ 8289557 w 11111045"/>
                <a:gd name="connsiteY1" fmla="*/ 198048 h 975599"/>
                <a:gd name="connsiteX2" fmla="*/ 7232873 w 11111045"/>
                <a:gd name="connsiteY2" fmla="*/ 2400 h 975599"/>
                <a:gd name="connsiteX3" fmla="*/ 5617422 w 11111045"/>
                <a:gd name="connsiteY3" fmla="*/ 269572 h 975599"/>
                <a:gd name="connsiteX4" fmla="*/ 5312622 w 11111045"/>
                <a:gd name="connsiteY4" fmla="*/ 350961 h 975599"/>
                <a:gd name="connsiteX5" fmla="*/ 3546964 w 11111045"/>
                <a:gd name="connsiteY5" fmla="*/ 562935 h 975599"/>
                <a:gd name="connsiteX6" fmla="*/ 1771616 w 11111045"/>
                <a:gd name="connsiteY6" fmla="*/ 570552 h 975599"/>
                <a:gd name="connsiteX7" fmla="*/ 1373248 w 11111045"/>
                <a:gd name="connsiteY7" fmla="*/ 580505 h 975599"/>
                <a:gd name="connsiteX8" fmla="*/ 0 w 11111045"/>
                <a:gd name="connsiteY8" fmla="*/ 975599 h 975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11045" h="975599">
                  <a:moveTo>
                    <a:pt x="11111046" y="253639"/>
                  </a:moveTo>
                  <a:cubicBezTo>
                    <a:pt x="10226416" y="730384"/>
                    <a:pt x="9247172" y="455049"/>
                    <a:pt x="8289557" y="198048"/>
                  </a:cubicBezTo>
                  <a:cubicBezTo>
                    <a:pt x="7934927" y="102800"/>
                    <a:pt x="7583922" y="16718"/>
                    <a:pt x="7232873" y="2400"/>
                  </a:cubicBezTo>
                  <a:cubicBezTo>
                    <a:pt x="6682334" y="-20059"/>
                    <a:pt x="6167022" y="118667"/>
                    <a:pt x="5617422" y="269572"/>
                  </a:cubicBezTo>
                  <a:cubicBezTo>
                    <a:pt x="5516367" y="297160"/>
                    <a:pt x="5414877" y="325097"/>
                    <a:pt x="5312622" y="350961"/>
                  </a:cubicBezTo>
                  <a:cubicBezTo>
                    <a:pt x="4723756" y="502281"/>
                    <a:pt x="4127819" y="547744"/>
                    <a:pt x="3546964" y="562935"/>
                  </a:cubicBezTo>
                  <a:cubicBezTo>
                    <a:pt x="2959408" y="578301"/>
                    <a:pt x="2372333" y="562542"/>
                    <a:pt x="1771616" y="570552"/>
                  </a:cubicBezTo>
                  <a:cubicBezTo>
                    <a:pt x="1639460" y="572342"/>
                    <a:pt x="1506168" y="576380"/>
                    <a:pt x="1373248" y="580505"/>
                  </a:cubicBezTo>
                  <a:cubicBezTo>
                    <a:pt x="876750" y="595892"/>
                    <a:pt x="398935" y="606631"/>
                    <a:pt x="0" y="975599"/>
                  </a:cubicBezTo>
                </a:path>
              </a:pathLst>
            </a:custGeom>
            <a:noFill/>
            <a:ln w="2947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2258C17-962C-E3DE-7314-E22C1EDE708A}"/>
                </a:ext>
              </a:extLst>
            </p:cNvPr>
            <p:cNvSpPr/>
            <p:nvPr/>
          </p:nvSpPr>
          <p:spPr>
            <a:xfrm>
              <a:off x="672218" y="5457511"/>
              <a:ext cx="11123137" cy="936170"/>
            </a:xfrm>
            <a:custGeom>
              <a:avLst/>
              <a:gdLst>
                <a:gd name="connsiteX0" fmla="*/ 11123138 w 11123137"/>
                <a:gd name="connsiteY0" fmla="*/ 192537 h 936170"/>
                <a:gd name="connsiteX1" fmla="*/ 8307520 w 11123137"/>
                <a:gd name="connsiteY1" fmla="*/ 222220 h 936170"/>
                <a:gd name="connsiteX2" fmla="*/ 7252494 w 11123137"/>
                <a:gd name="connsiteY2" fmla="*/ 9242 h 936170"/>
                <a:gd name="connsiteX3" fmla="*/ 5630277 w 11123137"/>
                <a:gd name="connsiteY3" fmla="*/ 211438 h 936170"/>
                <a:gd name="connsiteX4" fmla="*/ 5323949 w 11123137"/>
                <a:gd name="connsiteY4" fmla="*/ 288418 h 936170"/>
                <a:gd name="connsiteX5" fmla="*/ 3561391 w 11123137"/>
                <a:gd name="connsiteY5" fmla="*/ 540225 h 936170"/>
                <a:gd name="connsiteX6" fmla="*/ 1787025 w 11123137"/>
                <a:gd name="connsiteY6" fmla="*/ 596274 h 936170"/>
                <a:gd name="connsiteX7" fmla="*/ 1388046 w 11123137"/>
                <a:gd name="connsiteY7" fmla="*/ 602429 h 936170"/>
                <a:gd name="connsiteX8" fmla="*/ 0 w 11123137"/>
                <a:gd name="connsiteY8" fmla="*/ 936170 h 936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23137" h="936170">
                  <a:moveTo>
                    <a:pt x="11123138" y="192537"/>
                  </a:moveTo>
                  <a:cubicBezTo>
                    <a:pt x="10247915" y="703199"/>
                    <a:pt x="9265462" y="477933"/>
                    <a:pt x="8307520" y="222220"/>
                  </a:cubicBezTo>
                  <a:cubicBezTo>
                    <a:pt x="7953065" y="127539"/>
                    <a:pt x="7602605" y="35717"/>
                    <a:pt x="7252494" y="9242"/>
                  </a:cubicBezTo>
                  <a:cubicBezTo>
                    <a:pt x="6700907" y="-32467"/>
                    <a:pt x="6182802" y="72625"/>
                    <a:pt x="5630277" y="211438"/>
                  </a:cubicBezTo>
                  <a:cubicBezTo>
                    <a:pt x="5528634" y="236800"/>
                    <a:pt x="5426575" y="263078"/>
                    <a:pt x="5323949" y="288418"/>
                  </a:cubicBezTo>
                  <a:cubicBezTo>
                    <a:pt x="4734931" y="433976"/>
                    <a:pt x="4141133" y="502051"/>
                    <a:pt x="3561391" y="540225"/>
                  </a:cubicBezTo>
                  <a:cubicBezTo>
                    <a:pt x="2974032" y="578879"/>
                    <a:pt x="2387458" y="587936"/>
                    <a:pt x="1787025" y="596274"/>
                  </a:cubicBezTo>
                  <a:cubicBezTo>
                    <a:pt x="1654694" y="598129"/>
                    <a:pt x="1521228" y="600988"/>
                    <a:pt x="1388046" y="602429"/>
                  </a:cubicBezTo>
                  <a:cubicBezTo>
                    <a:pt x="888907" y="607754"/>
                    <a:pt x="408735" y="587085"/>
                    <a:pt x="0" y="936170"/>
                  </a:cubicBezTo>
                </a:path>
              </a:pathLst>
            </a:custGeom>
            <a:noFill/>
            <a:ln w="3121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BC25F65-3A48-749E-AE72-1207C40FEDB2}"/>
                </a:ext>
              </a:extLst>
            </p:cNvPr>
            <p:cNvSpPr/>
            <p:nvPr/>
          </p:nvSpPr>
          <p:spPr>
            <a:xfrm>
              <a:off x="620491" y="5469970"/>
              <a:ext cx="11135316" cy="902823"/>
            </a:xfrm>
            <a:custGeom>
              <a:avLst/>
              <a:gdLst>
                <a:gd name="connsiteX0" fmla="*/ 11135316 w 11135316"/>
                <a:gd name="connsiteY0" fmla="*/ 137495 h 902823"/>
                <a:gd name="connsiteX1" fmla="*/ 8325547 w 11135316"/>
                <a:gd name="connsiteY1" fmla="*/ 252452 h 902823"/>
                <a:gd name="connsiteX2" fmla="*/ 7272159 w 11135316"/>
                <a:gd name="connsiteY2" fmla="*/ 22123 h 902823"/>
                <a:gd name="connsiteX3" fmla="*/ 5643198 w 11135316"/>
                <a:gd name="connsiteY3" fmla="*/ 159364 h 902823"/>
                <a:gd name="connsiteX4" fmla="*/ 5335343 w 11135316"/>
                <a:gd name="connsiteY4" fmla="*/ 231958 h 902823"/>
                <a:gd name="connsiteX5" fmla="*/ 3575884 w 11135316"/>
                <a:gd name="connsiteY5" fmla="*/ 523575 h 902823"/>
                <a:gd name="connsiteX6" fmla="*/ 1802478 w 11135316"/>
                <a:gd name="connsiteY6" fmla="*/ 628078 h 902823"/>
                <a:gd name="connsiteX7" fmla="*/ 1402866 w 11135316"/>
                <a:gd name="connsiteY7" fmla="*/ 630435 h 902823"/>
                <a:gd name="connsiteX8" fmla="*/ 0 w 11135316"/>
                <a:gd name="connsiteY8" fmla="*/ 902823 h 902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35316" h="902823">
                  <a:moveTo>
                    <a:pt x="11135316" y="137495"/>
                  </a:moveTo>
                  <a:cubicBezTo>
                    <a:pt x="10269480" y="682075"/>
                    <a:pt x="9283861" y="506856"/>
                    <a:pt x="8325547" y="252452"/>
                  </a:cubicBezTo>
                  <a:cubicBezTo>
                    <a:pt x="7971268" y="158338"/>
                    <a:pt x="7621353" y="60689"/>
                    <a:pt x="7272159" y="22123"/>
                  </a:cubicBezTo>
                  <a:cubicBezTo>
                    <a:pt x="6719525" y="-38903"/>
                    <a:pt x="6198626" y="32643"/>
                    <a:pt x="5643198" y="159364"/>
                  </a:cubicBezTo>
                  <a:cubicBezTo>
                    <a:pt x="5540943" y="182522"/>
                    <a:pt x="5438405" y="207294"/>
                    <a:pt x="5335343" y="231958"/>
                  </a:cubicBezTo>
                  <a:cubicBezTo>
                    <a:pt x="4746455" y="372888"/>
                    <a:pt x="4154534" y="462505"/>
                    <a:pt x="3575884" y="523575"/>
                  </a:cubicBezTo>
                  <a:cubicBezTo>
                    <a:pt x="2988743" y="585560"/>
                    <a:pt x="2402649" y="619391"/>
                    <a:pt x="1802478" y="628078"/>
                  </a:cubicBezTo>
                  <a:cubicBezTo>
                    <a:pt x="1669951" y="630020"/>
                    <a:pt x="1536310" y="631679"/>
                    <a:pt x="1402866" y="630435"/>
                  </a:cubicBezTo>
                  <a:cubicBezTo>
                    <a:pt x="901086" y="625677"/>
                    <a:pt x="418535" y="573622"/>
                    <a:pt x="0" y="902823"/>
                  </a:cubicBezTo>
                </a:path>
              </a:pathLst>
            </a:custGeom>
            <a:noFill/>
            <a:ln w="3296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0E8DEAD-E97A-DA10-01D7-435BA2E32FF1}"/>
                </a:ext>
              </a:extLst>
            </p:cNvPr>
            <p:cNvSpPr/>
            <p:nvPr/>
          </p:nvSpPr>
          <p:spPr>
            <a:xfrm>
              <a:off x="568850" y="5474716"/>
              <a:ext cx="11147407" cy="877146"/>
            </a:xfrm>
            <a:custGeom>
              <a:avLst/>
              <a:gdLst>
                <a:gd name="connsiteX0" fmla="*/ 11147407 w 11147407"/>
                <a:gd name="connsiteY0" fmla="*/ 90189 h 877146"/>
                <a:gd name="connsiteX1" fmla="*/ 8343510 w 11147407"/>
                <a:gd name="connsiteY1" fmla="*/ 290420 h 877146"/>
                <a:gd name="connsiteX2" fmla="*/ 7291759 w 11147407"/>
                <a:gd name="connsiteY2" fmla="*/ 42761 h 877146"/>
                <a:gd name="connsiteX3" fmla="*/ 5656054 w 11147407"/>
                <a:gd name="connsiteY3" fmla="*/ 115027 h 877146"/>
                <a:gd name="connsiteX4" fmla="*/ 5346692 w 11147407"/>
                <a:gd name="connsiteY4" fmla="*/ 183211 h 877146"/>
                <a:gd name="connsiteX5" fmla="*/ 3590311 w 11147407"/>
                <a:gd name="connsiteY5" fmla="*/ 514661 h 877146"/>
                <a:gd name="connsiteX6" fmla="*/ 1817887 w 11147407"/>
                <a:gd name="connsiteY6" fmla="*/ 667595 h 877146"/>
                <a:gd name="connsiteX7" fmla="*/ 1417664 w 11147407"/>
                <a:gd name="connsiteY7" fmla="*/ 666133 h 877146"/>
                <a:gd name="connsiteX8" fmla="*/ 0 w 11147407"/>
                <a:gd name="connsiteY8" fmla="*/ 877147 h 87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47407" h="877146">
                  <a:moveTo>
                    <a:pt x="11147407" y="90189"/>
                  </a:moveTo>
                  <a:cubicBezTo>
                    <a:pt x="10290956" y="668687"/>
                    <a:pt x="9302151" y="543536"/>
                    <a:pt x="8343510" y="290420"/>
                  </a:cubicBezTo>
                  <a:cubicBezTo>
                    <a:pt x="7989405" y="196874"/>
                    <a:pt x="7640058" y="93375"/>
                    <a:pt x="7291759" y="42761"/>
                  </a:cubicBezTo>
                  <a:cubicBezTo>
                    <a:pt x="6738099" y="-37690"/>
                    <a:pt x="6214385" y="397"/>
                    <a:pt x="5656054" y="115027"/>
                  </a:cubicBezTo>
                  <a:cubicBezTo>
                    <a:pt x="5553209" y="135958"/>
                    <a:pt x="5450147" y="159246"/>
                    <a:pt x="5346692" y="183211"/>
                  </a:cubicBezTo>
                  <a:cubicBezTo>
                    <a:pt x="4757958" y="319558"/>
                    <a:pt x="4167892" y="430674"/>
                    <a:pt x="3590311" y="514661"/>
                  </a:cubicBezTo>
                  <a:cubicBezTo>
                    <a:pt x="3003366" y="600000"/>
                    <a:pt x="2417775" y="658559"/>
                    <a:pt x="1817887" y="667595"/>
                  </a:cubicBezTo>
                  <a:cubicBezTo>
                    <a:pt x="1685163" y="669603"/>
                    <a:pt x="1551348" y="670084"/>
                    <a:pt x="1417664" y="666133"/>
                  </a:cubicBezTo>
                  <a:cubicBezTo>
                    <a:pt x="913243" y="651270"/>
                    <a:pt x="428335" y="567829"/>
                    <a:pt x="0" y="877147"/>
                  </a:cubicBezTo>
                </a:path>
              </a:pathLst>
            </a:custGeom>
            <a:noFill/>
            <a:ln w="3470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9746199-0CE2-A6B6-B739-2070A9E3A866}"/>
                </a:ext>
              </a:extLst>
            </p:cNvPr>
            <p:cNvSpPr/>
            <p:nvPr/>
          </p:nvSpPr>
          <p:spPr>
            <a:xfrm>
              <a:off x="517123" y="5470511"/>
              <a:ext cx="11159587" cy="860507"/>
            </a:xfrm>
            <a:custGeom>
              <a:avLst/>
              <a:gdLst>
                <a:gd name="connsiteX0" fmla="*/ 11159587 w 11159587"/>
                <a:gd name="connsiteY0" fmla="*/ 51833 h 860507"/>
                <a:gd name="connsiteX1" fmla="*/ 8361538 w 11159587"/>
                <a:gd name="connsiteY1" fmla="*/ 337361 h 860507"/>
                <a:gd name="connsiteX2" fmla="*/ 7311424 w 11159587"/>
                <a:gd name="connsiteY2" fmla="*/ 72349 h 860507"/>
                <a:gd name="connsiteX3" fmla="*/ 5668953 w 11159587"/>
                <a:gd name="connsiteY3" fmla="*/ 79661 h 860507"/>
                <a:gd name="connsiteX4" fmla="*/ 5358064 w 11159587"/>
                <a:gd name="connsiteY4" fmla="*/ 143437 h 860507"/>
                <a:gd name="connsiteX5" fmla="*/ 3604781 w 11159587"/>
                <a:gd name="connsiteY5" fmla="*/ 514719 h 860507"/>
                <a:gd name="connsiteX6" fmla="*/ 1833340 w 11159587"/>
                <a:gd name="connsiteY6" fmla="*/ 716107 h 860507"/>
                <a:gd name="connsiteX7" fmla="*/ 1432484 w 11159587"/>
                <a:gd name="connsiteY7" fmla="*/ 710847 h 860507"/>
                <a:gd name="connsiteX8" fmla="*/ 0 w 11159587"/>
                <a:gd name="connsiteY8" fmla="*/ 860508 h 860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59587" h="860507">
                  <a:moveTo>
                    <a:pt x="11159587" y="51833"/>
                  </a:moveTo>
                  <a:cubicBezTo>
                    <a:pt x="10312520" y="664249"/>
                    <a:pt x="9320529" y="589145"/>
                    <a:pt x="8361538" y="337361"/>
                  </a:cubicBezTo>
                  <a:cubicBezTo>
                    <a:pt x="8007608" y="244382"/>
                    <a:pt x="7658807" y="134968"/>
                    <a:pt x="7311424" y="72349"/>
                  </a:cubicBezTo>
                  <a:cubicBezTo>
                    <a:pt x="6756760" y="-27614"/>
                    <a:pt x="6230208" y="-22877"/>
                    <a:pt x="5668953" y="79661"/>
                  </a:cubicBezTo>
                  <a:cubicBezTo>
                    <a:pt x="5565519" y="98388"/>
                    <a:pt x="5461933" y="120192"/>
                    <a:pt x="5358064" y="143437"/>
                  </a:cubicBezTo>
                  <a:cubicBezTo>
                    <a:pt x="4769460" y="275200"/>
                    <a:pt x="4181271" y="407880"/>
                    <a:pt x="3604781" y="514719"/>
                  </a:cubicBezTo>
                  <a:cubicBezTo>
                    <a:pt x="3018055" y="623456"/>
                    <a:pt x="2432944" y="706722"/>
                    <a:pt x="1833340" y="716107"/>
                  </a:cubicBezTo>
                  <a:cubicBezTo>
                    <a:pt x="1700420" y="718202"/>
                    <a:pt x="1566430" y="717460"/>
                    <a:pt x="1432484" y="710847"/>
                  </a:cubicBezTo>
                  <a:cubicBezTo>
                    <a:pt x="925422" y="685834"/>
                    <a:pt x="438157" y="571073"/>
                    <a:pt x="0" y="860508"/>
                  </a:cubicBezTo>
                </a:path>
              </a:pathLst>
            </a:custGeom>
            <a:noFill/>
            <a:ln w="3645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7F3FE8E-C794-9D42-F369-90EFCF3D3596}"/>
                </a:ext>
              </a:extLst>
            </p:cNvPr>
            <p:cNvSpPr/>
            <p:nvPr/>
          </p:nvSpPr>
          <p:spPr>
            <a:xfrm>
              <a:off x="465526" y="5457385"/>
              <a:ext cx="11171656" cy="852767"/>
            </a:xfrm>
            <a:custGeom>
              <a:avLst/>
              <a:gdLst>
                <a:gd name="connsiteX0" fmla="*/ 11171656 w 11171656"/>
                <a:gd name="connsiteY0" fmla="*/ 22398 h 852767"/>
                <a:gd name="connsiteX1" fmla="*/ 8379479 w 11171656"/>
                <a:gd name="connsiteY1" fmla="*/ 393199 h 852767"/>
                <a:gd name="connsiteX2" fmla="*/ 7331002 w 11171656"/>
                <a:gd name="connsiteY2" fmla="*/ 110858 h 852767"/>
                <a:gd name="connsiteX3" fmla="*/ 5681787 w 11171656"/>
                <a:gd name="connsiteY3" fmla="*/ 53194 h 852767"/>
                <a:gd name="connsiteX4" fmla="*/ 5369391 w 11171656"/>
                <a:gd name="connsiteY4" fmla="*/ 112583 h 852767"/>
                <a:gd name="connsiteX5" fmla="*/ 3619208 w 11171656"/>
                <a:gd name="connsiteY5" fmla="*/ 523697 h 852767"/>
                <a:gd name="connsiteX6" fmla="*/ 1848749 w 11171656"/>
                <a:gd name="connsiteY6" fmla="*/ 773517 h 852767"/>
                <a:gd name="connsiteX7" fmla="*/ 1447282 w 11171656"/>
                <a:gd name="connsiteY7" fmla="*/ 764460 h 852767"/>
                <a:gd name="connsiteX8" fmla="*/ 0 w 11171656"/>
                <a:gd name="connsiteY8" fmla="*/ 852768 h 852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71656" h="852767">
                  <a:moveTo>
                    <a:pt x="11171656" y="22398"/>
                  </a:moveTo>
                  <a:cubicBezTo>
                    <a:pt x="10333996" y="668731"/>
                    <a:pt x="9338797" y="643675"/>
                    <a:pt x="8379479" y="393199"/>
                  </a:cubicBezTo>
                  <a:cubicBezTo>
                    <a:pt x="8025724" y="300766"/>
                    <a:pt x="7677512" y="185394"/>
                    <a:pt x="7331002" y="110858"/>
                  </a:cubicBezTo>
                  <a:cubicBezTo>
                    <a:pt x="6775334" y="-8683"/>
                    <a:pt x="6245967" y="-37231"/>
                    <a:pt x="5681787" y="53194"/>
                  </a:cubicBezTo>
                  <a:cubicBezTo>
                    <a:pt x="5577764" y="69716"/>
                    <a:pt x="5473719" y="90233"/>
                    <a:pt x="5369391" y="112583"/>
                  </a:cubicBezTo>
                  <a:cubicBezTo>
                    <a:pt x="4781202" y="240941"/>
                    <a:pt x="4194607" y="394029"/>
                    <a:pt x="3619208" y="523697"/>
                  </a:cubicBezTo>
                  <a:cubicBezTo>
                    <a:pt x="3032722" y="655875"/>
                    <a:pt x="2448069" y="763805"/>
                    <a:pt x="1848749" y="773517"/>
                  </a:cubicBezTo>
                  <a:cubicBezTo>
                    <a:pt x="1715654" y="775700"/>
                    <a:pt x="1581468" y="773736"/>
                    <a:pt x="1447282" y="764460"/>
                  </a:cubicBezTo>
                  <a:cubicBezTo>
                    <a:pt x="937601" y="729254"/>
                    <a:pt x="447935" y="583217"/>
                    <a:pt x="0" y="852768"/>
                  </a:cubicBezTo>
                </a:path>
              </a:pathLst>
            </a:custGeom>
            <a:noFill/>
            <a:ln w="3820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FF05280-C054-F90E-5688-DE2701D03329}"/>
                </a:ext>
              </a:extLst>
            </p:cNvPr>
            <p:cNvSpPr/>
            <p:nvPr/>
          </p:nvSpPr>
          <p:spPr>
            <a:xfrm>
              <a:off x="413820" y="5436579"/>
              <a:ext cx="11183814" cy="852642"/>
            </a:xfrm>
            <a:custGeom>
              <a:avLst/>
              <a:gdLst>
                <a:gd name="connsiteX0" fmla="*/ 11183814 w 11183814"/>
                <a:gd name="connsiteY0" fmla="*/ 622 h 852642"/>
                <a:gd name="connsiteX1" fmla="*/ 8397508 w 11183814"/>
                <a:gd name="connsiteY1" fmla="*/ 456698 h 852642"/>
                <a:gd name="connsiteX2" fmla="*/ 7350689 w 11183814"/>
                <a:gd name="connsiteY2" fmla="*/ 157005 h 852642"/>
                <a:gd name="connsiteX3" fmla="*/ 5694707 w 11183814"/>
                <a:gd name="connsiteY3" fmla="*/ 34365 h 852642"/>
                <a:gd name="connsiteX4" fmla="*/ 5380784 w 11183814"/>
                <a:gd name="connsiteY4" fmla="*/ 89344 h 852642"/>
                <a:gd name="connsiteX5" fmla="*/ 3633701 w 11183814"/>
                <a:gd name="connsiteY5" fmla="*/ 540291 h 852642"/>
                <a:gd name="connsiteX6" fmla="*/ 1864202 w 11183814"/>
                <a:gd name="connsiteY6" fmla="*/ 838565 h 852642"/>
                <a:gd name="connsiteX7" fmla="*/ 1462102 w 11183814"/>
                <a:gd name="connsiteY7" fmla="*/ 825710 h 852642"/>
                <a:gd name="connsiteX8" fmla="*/ 0 w 11183814"/>
                <a:gd name="connsiteY8" fmla="*/ 852643 h 852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83814" h="852642">
                  <a:moveTo>
                    <a:pt x="11183814" y="622"/>
                  </a:moveTo>
                  <a:cubicBezTo>
                    <a:pt x="10355539" y="680872"/>
                    <a:pt x="9357152" y="705885"/>
                    <a:pt x="8397508" y="456698"/>
                  </a:cubicBezTo>
                  <a:cubicBezTo>
                    <a:pt x="8043927" y="364832"/>
                    <a:pt x="7696304" y="243458"/>
                    <a:pt x="7350689" y="157005"/>
                  </a:cubicBezTo>
                  <a:cubicBezTo>
                    <a:pt x="6794083" y="17799"/>
                    <a:pt x="6261812" y="-43969"/>
                    <a:pt x="5694707" y="34365"/>
                  </a:cubicBezTo>
                  <a:cubicBezTo>
                    <a:pt x="5590074" y="48661"/>
                    <a:pt x="5485527" y="67715"/>
                    <a:pt x="5380784" y="89344"/>
                  </a:cubicBezTo>
                  <a:cubicBezTo>
                    <a:pt x="4792726" y="213120"/>
                    <a:pt x="4208052" y="387815"/>
                    <a:pt x="3633701" y="540291"/>
                  </a:cubicBezTo>
                  <a:cubicBezTo>
                    <a:pt x="3047454" y="695932"/>
                    <a:pt x="2463260" y="828503"/>
                    <a:pt x="1864202" y="838565"/>
                  </a:cubicBezTo>
                  <a:cubicBezTo>
                    <a:pt x="1730911" y="840813"/>
                    <a:pt x="1596571" y="837627"/>
                    <a:pt x="1462102" y="825710"/>
                  </a:cubicBezTo>
                  <a:cubicBezTo>
                    <a:pt x="949780" y="780290"/>
                    <a:pt x="457757" y="602997"/>
                    <a:pt x="0" y="852643"/>
                  </a:cubicBezTo>
                </a:path>
              </a:pathLst>
            </a:custGeom>
            <a:noFill/>
            <a:ln w="3994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E16EE43-1F67-3CB2-7293-7CEA20E07C66}"/>
                </a:ext>
              </a:extLst>
            </p:cNvPr>
            <p:cNvSpPr/>
            <p:nvPr/>
          </p:nvSpPr>
          <p:spPr>
            <a:xfrm>
              <a:off x="362158" y="5394640"/>
              <a:ext cx="11195927" cy="925377"/>
            </a:xfrm>
            <a:custGeom>
              <a:avLst/>
              <a:gdLst>
                <a:gd name="connsiteX0" fmla="*/ 11195927 w 11195927"/>
                <a:gd name="connsiteY0" fmla="*/ 0 h 925377"/>
                <a:gd name="connsiteX1" fmla="*/ 8415470 w 11195927"/>
                <a:gd name="connsiteY1" fmla="*/ 541350 h 925377"/>
                <a:gd name="connsiteX2" fmla="*/ 7370289 w 11195927"/>
                <a:gd name="connsiteY2" fmla="*/ 224328 h 925377"/>
                <a:gd name="connsiteX3" fmla="*/ 5707563 w 11195927"/>
                <a:gd name="connsiteY3" fmla="*/ 36733 h 925377"/>
                <a:gd name="connsiteX4" fmla="*/ 5392134 w 11195927"/>
                <a:gd name="connsiteY4" fmla="*/ 87304 h 925377"/>
                <a:gd name="connsiteX5" fmla="*/ 3648150 w 11195927"/>
                <a:gd name="connsiteY5" fmla="*/ 578083 h 925377"/>
                <a:gd name="connsiteX6" fmla="*/ 1879633 w 11195927"/>
                <a:gd name="connsiteY6" fmla="*/ 924789 h 925377"/>
                <a:gd name="connsiteX7" fmla="*/ 1476921 w 11195927"/>
                <a:gd name="connsiteY7" fmla="*/ 908136 h 925377"/>
                <a:gd name="connsiteX8" fmla="*/ 0 w 11195927"/>
                <a:gd name="connsiteY8" fmla="*/ 873716 h 925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95927" h="925377">
                  <a:moveTo>
                    <a:pt x="11195927" y="0"/>
                  </a:moveTo>
                  <a:cubicBezTo>
                    <a:pt x="10377038" y="714168"/>
                    <a:pt x="9375487" y="789228"/>
                    <a:pt x="8415470" y="541350"/>
                  </a:cubicBezTo>
                  <a:cubicBezTo>
                    <a:pt x="8062064" y="450052"/>
                    <a:pt x="7715074" y="322632"/>
                    <a:pt x="7370289" y="224328"/>
                  </a:cubicBezTo>
                  <a:cubicBezTo>
                    <a:pt x="6812766" y="65369"/>
                    <a:pt x="6277571" y="-29509"/>
                    <a:pt x="5707563" y="36733"/>
                  </a:cubicBezTo>
                  <a:cubicBezTo>
                    <a:pt x="5602340" y="48825"/>
                    <a:pt x="5497270" y="66373"/>
                    <a:pt x="5392134" y="87304"/>
                  </a:cubicBezTo>
                  <a:cubicBezTo>
                    <a:pt x="4804207" y="206474"/>
                    <a:pt x="4221453" y="402820"/>
                    <a:pt x="3648150" y="578083"/>
                  </a:cubicBezTo>
                  <a:cubicBezTo>
                    <a:pt x="3062165" y="757209"/>
                    <a:pt x="2478407" y="914400"/>
                    <a:pt x="1879633" y="924789"/>
                  </a:cubicBezTo>
                  <a:cubicBezTo>
                    <a:pt x="1746145" y="927124"/>
                    <a:pt x="1611631" y="922694"/>
                    <a:pt x="1476921" y="908136"/>
                  </a:cubicBezTo>
                  <a:cubicBezTo>
                    <a:pt x="961981" y="852458"/>
                    <a:pt x="467578" y="643954"/>
                    <a:pt x="0" y="873716"/>
                  </a:cubicBezTo>
                </a:path>
              </a:pathLst>
            </a:custGeom>
            <a:noFill/>
            <a:ln w="4169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E3D5984-2D4E-1451-481B-1A85D828E856}"/>
                </a:ext>
              </a:extLst>
            </p:cNvPr>
            <p:cNvSpPr/>
            <p:nvPr/>
          </p:nvSpPr>
          <p:spPr>
            <a:xfrm>
              <a:off x="310496" y="5352079"/>
              <a:ext cx="11208040" cy="1012138"/>
            </a:xfrm>
            <a:custGeom>
              <a:avLst/>
              <a:gdLst>
                <a:gd name="connsiteX0" fmla="*/ 11208040 w 11208040"/>
                <a:gd name="connsiteY0" fmla="*/ 0 h 1012138"/>
                <a:gd name="connsiteX1" fmla="*/ 8433455 w 11208040"/>
                <a:gd name="connsiteY1" fmla="*/ 626646 h 1012138"/>
                <a:gd name="connsiteX2" fmla="*/ 7389911 w 11208040"/>
                <a:gd name="connsiteY2" fmla="*/ 292272 h 1012138"/>
                <a:gd name="connsiteX3" fmla="*/ 5720418 w 11208040"/>
                <a:gd name="connsiteY3" fmla="*/ 39701 h 1012138"/>
                <a:gd name="connsiteX4" fmla="*/ 5403461 w 11208040"/>
                <a:gd name="connsiteY4" fmla="*/ 85885 h 1012138"/>
                <a:gd name="connsiteX5" fmla="*/ 3662576 w 11208040"/>
                <a:gd name="connsiteY5" fmla="*/ 616475 h 1012138"/>
                <a:gd name="connsiteX6" fmla="*/ 1895042 w 11208040"/>
                <a:gd name="connsiteY6" fmla="*/ 1011613 h 1012138"/>
                <a:gd name="connsiteX7" fmla="*/ 1491719 w 11208040"/>
                <a:gd name="connsiteY7" fmla="*/ 991162 h 1012138"/>
                <a:gd name="connsiteX8" fmla="*/ 0 w 11208040"/>
                <a:gd name="connsiteY8" fmla="*/ 895389 h 1012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08040" h="1012138">
                  <a:moveTo>
                    <a:pt x="11208040" y="0"/>
                  </a:moveTo>
                  <a:cubicBezTo>
                    <a:pt x="10398536" y="748086"/>
                    <a:pt x="9393798" y="873214"/>
                    <a:pt x="8433455" y="626646"/>
                  </a:cubicBezTo>
                  <a:cubicBezTo>
                    <a:pt x="8080223" y="535915"/>
                    <a:pt x="7733888" y="402384"/>
                    <a:pt x="7389911" y="292272"/>
                  </a:cubicBezTo>
                  <a:cubicBezTo>
                    <a:pt x="6831514" y="113517"/>
                    <a:pt x="6293351" y="-14449"/>
                    <a:pt x="5720418" y="39701"/>
                  </a:cubicBezTo>
                  <a:cubicBezTo>
                    <a:pt x="5614606" y="49567"/>
                    <a:pt x="5509034" y="65653"/>
                    <a:pt x="5403461" y="85885"/>
                  </a:cubicBezTo>
                  <a:cubicBezTo>
                    <a:pt x="4815665" y="200472"/>
                    <a:pt x="4234854" y="418492"/>
                    <a:pt x="3662576" y="616475"/>
                  </a:cubicBezTo>
                  <a:cubicBezTo>
                    <a:pt x="3076876" y="819108"/>
                    <a:pt x="2493533" y="1000896"/>
                    <a:pt x="1895042" y="1011613"/>
                  </a:cubicBezTo>
                  <a:cubicBezTo>
                    <a:pt x="1761358" y="1014014"/>
                    <a:pt x="1626691" y="1008361"/>
                    <a:pt x="1491719" y="991162"/>
                  </a:cubicBezTo>
                  <a:cubicBezTo>
                    <a:pt x="974181" y="925204"/>
                    <a:pt x="477356" y="685511"/>
                    <a:pt x="0" y="895389"/>
                  </a:cubicBezTo>
                </a:path>
              </a:pathLst>
            </a:custGeom>
            <a:noFill/>
            <a:ln w="4343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79A5F93A-D930-372B-52CA-27863A6A07EE}"/>
                </a:ext>
              </a:extLst>
            </p:cNvPr>
            <p:cNvSpPr/>
            <p:nvPr/>
          </p:nvSpPr>
          <p:spPr>
            <a:xfrm>
              <a:off x="258747" y="5309518"/>
              <a:ext cx="11220240" cy="1098966"/>
            </a:xfrm>
            <a:custGeom>
              <a:avLst/>
              <a:gdLst>
                <a:gd name="connsiteX0" fmla="*/ 11220241 w 11220240"/>
                <a:gd name="connsiteY0" fmla="*/ 0 h 1098966"/>
                <a:gd name="connsiteX1" fmla="*/ 8451505 w 11220240"/>
                <a:gd name="connsiteY1" fmla="*/ 711920 h 1098966"/>
                <a:gd name="connsiteX2" fmla="*/ 7409597 w 11220240"/>
                <a:gd name="connsiteY2" fmla="*/ 360216 h 1098966"/>
                <a:gd name="connsiteX3" fmla="*/ 5733361 w 11220240"/>
                <a:gd name="connsiteY3" fmla="*/ 42692 h 1098966"/>
                <a:gd name="connsiteX4" fmla="*/ 5414876 w 11220240"/>
                <a:gd name="connsiteY4" fmla="*/ 84467 h 1098966"/>
                <a:gd name="connsiteX5" fmla="*/ 3677069 w 11220240"/>
                <a:gd name="connsiteY5" fmla="*/ 654889 h 1098966"/>
                <a:gd name="connsiteX6" fmla="*/ 1910495 w 11220240"/>
                <a:gd name="connsiteY6" fmla="*/ 1098480 h 1098966"/>
                <a:gd name="connsiteX7" fmla="*/ 1506539 w 11220240"/>
                <a:gd name="connsiteY7" fmla="*/ 1074232 h 1098966"/>
                <a:gd name="connsiteX8" fmla="*/ 0 w 11220240"/>
                <a:gd name="connsiteY8" fmla="*/ 917084 h 1098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20240" h="1098966">
                  <a:moveTo>
                    <a:pt x="11220241" y="0"/>
                  </a:moveTo>
                  <a:cubicBezTo>
                    <a:pt x="10420145" y="782003"/>
                    <a:pt x="9412198" y="957179"/>
                    <a:pt x="8451505" y="711920"/>
                  </a:cubicBezTo>
                  <a:cubicBezTo>
                    <a:pt x="8098448" y="621735"/>
                    <a:pt x="7752789" y="482092"/>
                    <a:pt x="7409597" y="360216"/>
                  </a:cubicBezTo>
                  <a:cubicBezTo>
                    <a:pt x="6850372" y="161600"/>
                    <a:pt x="6309218" y="633"/>
                    <a:pt x="5733361" y="42692"/>
                  </a:cubicBezTo>
                  <a:cubicBezTo>
                    <a:pt x="5626959" y="50353"/>
                    <a:pt x="5520864" y="64932"/>
                    <a:pt x="5414876" y="84467"/>
                  </a:cubicBezTo>
                  <a:cubicBezTo>
                    <a:pt x="4827233" y="194448"/>
                    <a:pt x="4248364" y="434184"/>
                    <a:pt x="3677069" y="654889"/>
                  </a:cubicBezTo>
                  <a:cubicBezTo>
                    <a:pt x="3091674" y="881072"/>
                    <a:pt x="2508723" y="1087415"/>
                    <a:pt x="1910495" y="1098480"/>
                  </a:cubicBezTo>
                  <a:cubicBezTo>
                    <a:pt x="1776614" y="1100968"/>
                    <a:pt x="1641773" y="1094050"/>
                    <a:pt x="1506539" y="1074232"/>
                  </a:cubicBezTo>
                  <a:cubicBezTo>
                    <a:pt x="986382" y="997972"/>
                    <a:pt x="487178" y="727111"/>
                    <a:pt x="0" y="917084"/>
                  </a:cubicBezTo>
                </a:path>
              </a:pathLst>
            </a:custGeom>
            <a:noFill/>
            <a:ln w="4540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F4487EB-AB14-B91E-B08A-A31AA13FB1CB}"/>
                </a:ext>
              </a:extLst>
            </p:cNvPr>
            <p:cNvSpPr/>
            <p:nvPr/>
          </p:nvSpPr>
          <p:spPr>
            <a:xfrm>
              <a:off x="207150" y="5266936"/>
              <a:ext cx="11232310" cy="1185738"/>
            </a:xfrm>
            <a:custGeom>
              <a:avLst/>
              <a:gdLst>
                <a:gd name="connsiteX0" fmla="*/ 11232311 w 11232310"/>
                <a:gd name="connsiteY0" fmla="*/ 0 h 1185738"/>
                <a:gd name="connsiteX1" fmla="*/ 8469446 w 11232310"/>
                <a:gd name="connsiteY1" fmla="*/ 797194 h 1185738"/>
                <a:gd name="connsiteX2" fmla="*/ 7429197 w 11232310"/>
                <a:gd name="connsiteY2" fmla="*/ 428139 h 1185738"/>
                <a:gd name="connsiteX3" fmla="*/ 5746195 w 11232310"/>
                <a:gd name="connsiteY3" fmla="*/ 45638 h 1185738"/>
                <a:gd name="connsiteX4" fmla="*/ 5426204 w 11232310"/>
                <a:gd name="connsiteY4" fmla="*/ 83004 h 1185738"/>
                <a:gd name="connsiteX5" fmla="*/ 3691496 w 11232310"/>
                <a:gd name="connsiteY5" fmla="*/ 693259 h 1185738"/>
                <a:gd name="connsiteX6" fmla="*/ 1925904 w 11232310"/>
                <a:gd name="connsiteY6" fmla="*/ 1185282 h 1185738"/>
                <a:gd name="connsiteX7" fmla="*/ 1521337 w 11232310"/>
                <a:gd name="connsiteY7" fmla="*/ 1157236 h 1185738"/>
                <a:gd name="connsiteX8" fmla="*/ 0 w 11232310"/>
                <a:gd name="connsiteY8" fmla="*/ 938736 h 1185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32310" h="1185738">
                  <a:moveTo>
                    <a:pt x="11232311" y="0"/>
                  </a:moveTo>
                  <a:cubicBezTo>
                    <a:pt x="10441599" y="815921"/>
                    <a:pt x="9430466" y="1041165"/>
                    <a:pt x="8469446" y="797194"/>
                  </a:cubicBezTo>
                  <a:cubicBezTo>
                    <a:pt x="8116563" y="707577"/>
                    <a:pt x="7771625" y="561779"/>
                    <a:pt x="7429197" y="428139"/>
                  </a:cubicBezTo>
                  <a:cubicBezTo>
                    <a:pt x="6869208" y="209595"/>
                    <a:pt x="6324977" y="15671"/>
                    <a:pt x="5746195" y="45638"/>
                  </a:cubicBezTo>
                  <a:cubicBezTo>
                    <a:pt x="5639204" y="51073"/>
                    <a:pt x="5532584" y="64190"/>
                    <a:pt x="5426204" y="83004"/>
                  </a:cubicBezTo>
                  <a:cubicBezTo>
                    <a:pt x="4838692" y="188402"/>
                    <a:pt x="4262202" y="450794"/>
                    <a:pt x="3691496" y="693259"/>
                  </a:cubicBezTo>
                  <a:cubicBezTo>
                    <a:pt x="3106843" y="943974"/>
                    <a:pt x="2523849" y="1173889"/>
                    <a:pt x="1925904" y="1185282"/>
                  </a:cubicBezTo>
                  <a:cubicBezTo>
                    <a:pt x="1791849" y="1187858"/>
                    <a:pt x="1656833" y="1179673"/>
                    <a:pt x="1521337" y="1157236"/>
                  </a:cubicBezTo>
                  <a:cubicBezTo>
                    <a:pt x="998605" y="1070630"/>
                    <a:pt x="496978" y="768646"/>
                    <a:pt x="0" y="938736"/>
                  </a:cubicBezTo>
                </a:path>
              </a:pathLst>
            </a:custGeom>
            <a:noFill/>
            <a:ln w="4714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AE2A19A-CB40-C4D7-DBFB-69A07CE00B4D}"/>
                </a:ext>
              </a:extLst>
            </p:cNvPr>
            <p:cNvSpPr/>
            <p:nvPr/>
          </p:nvSpPr>
          <p:spPr>
            <a:xfrm>
              <a:off x="155444" y="5224375"/>
              <a:ext cx="11244467" cy="1272614"/>
            </a:xfrm>
            <a:custGeom>
              <a:avLst/>
              <a:gdLst>
                <a:gd name="connsiteX0" fmla="*/ 11244468 w 11244467"/>
                <a:gd name="connsiteY0" fmla="*/ 0 h 1272614"/>
                <a:gd name="connsiteX1" fmla="*/ 8487452 w 11244467"/>
                <a:gd name="connsiteY1" fmla="*/ 882490 h 1272614"/>
                <a:gd name="connsiteX2" fmla="*/ 7448841 w 11244467"/>
                <a:gd name="connsiteY2" fmla="*/ 496105 h 1272614"/>
                <a:gd name="connsiteX3" fmla="*/ 5759094 w 11244467"/>
                <a:gd name="connsiteY3" fmla="*/ 48650 h 1272614"/>
                <a:gd name="connsiteX4" fmla="*/ 5437576 w 11244467"/>
                <a:gd name="connsiteY4" fmla="*/ 81629 h 1272614"/>
                <a:gd name="connsiteX5" fmla="*/ 3705967 w 11244467"/>
                <a:gd name="connsiteY5" fmla="*/ 731716 h 1272614"/>
                <a:gd name="connsiteX6" fmla="*/ 1941357 w 11244467"/>
                <a:gd name="connsiteY6" fmla="*/ 1272193 h 1272614"/>
                <a:gd name="connsiteX7" fmla="*/ 1536157 w 11244467"/>
                <a:gd name="connsiteY7" fmla="*/ 1240349 h 1272614"/>
                <a:gd name="connsiteX8" fmla="*/ 0 w 11244467"/>
                <a:gd name="connsiteY8" fmla="*/ 960496 h 1272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44467" h="1272614">
                  <a:moveTo>
                    <a:pt x="11244468" y="0"/>
                  </a:moveTo>
                  <a:cubicBezTo>
                    <a:pt x="10463141" y="849839"/>
                    <a:pt x="9448822" y="1125130"/>
                    <a:pt x="8487452" y="882490"/>
                  </a:cubicBezTo>
                  <a:cubicBezTo>
                    <a:pt x="8134745" y="793440"/>
                    <a:pt x="7790549" y="641466"/>
                    <a:pt x="7448841" y="496105"/>
                  </a:cubicBezTo>
                  <a:cubicBezTo>
                    <a:pt x="6888153" y="257612"/>
                    <a:pt x="6340779" y="30775"/>
                    <a:pt x="5759094" y="48650"/>
                  </a:cubicBezTo>
                  <a:cubicBezTo>
                    <a:pt x="5651492" y="51880"/>
                    <a:pt x="5544392" y="63492"/>
                    <a:pt x="5437576" y="81629"/>
                  </a:cubicBezTo>
                  <a:cubicBezTo>
                    <a:pt x="4850194" y="182443"/>
                    <a:pt x="4275669" y="466334"/>
                    <a:pt x="3705967" y="731716"/>
                  </a:cubicBezTo>
                  <a:cubicBezTo>
                    <a:pt x="3121597" y="1005763"/>
                    <a:pt x="2539018" y="1260451"/>
                    <a:pt x="1941357" y="1272193"/>
                  </a:cubicBezTo>
                  <a:cubicBezTo>
                    <a:pt x="1807105" y="1274834"/>
                    <a:pt x="1671980" y="1265165"/>
                    <a:pt x="1536157" y="1240349"/>
                  </a:cubicBezTo>
                  <a:cubicBezTo>
                    <a:pt x="1011024" y="1142460"/>
                    <a:pt x="506778" y="810290"/>
                    <a:pt x="0" y="960496"/>
                  </a:cubicBezTo>
                </a:path>
              </a:pathLst>
            </a:custGeom>
            <a:noFill/>
            <a:ln w="4889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39E839FB-B686-5429-B9FC-093387CEE346}"/>
                </a:ext>
              </a:extLst>
            </p:cNvPr>
            <p:cNvSpPr/>
            <p:nvPr/>
          </p:nvSpPr>
          <p:spPr>
            <a:xfrm>
              <a:off x="103826" y="5181815"/>
              <a:ext cx="11256538" cy="1359424"/>
            </a:xfrm>
            <a:custGeom>
              <a:avLst/>
              <a:gdLst>
                <a:gd name="connsiteX0" fmla="*/ 11256538 w 11256538"/>
                <a:gd name="connsiteY0" fmla="*/ 0 h 1359424"/>
                <a:gd name="connsiteX1" fmla="*/ 8505393 w 11256538"/>
                <a:gd name="connsiteY1" fmla="*/ 967764 h 1359424"/>
                <a:gd name="connsiteX2" fmla="*/ 7468419 w 11256538"/>
                <a:gd name="connsiteY2" fmla="*/ 564049 h 1359424"/>
                <a:gd name="connsiteX3" fmla="*/ 5771928 w 11256538"/>
                <a:gd name="connsiteY3" fmla="*/ 51618 h 1359424"/>
                <a:gd name="connsiteX4" fmla="*/ 5448903 w 11256538"/>
                <a:gd name="connsiteY4" fmla="*/ 80189 h 1359424"/>
                <a:gd name="connsiteX5" fmla="*/ 3720394 w 11256538"/>
                <a:gd name="connsiteY5" fmla="*/ 770108 h 1359424"/>
                <a:gd name="connsiteX6" fmla="*/ 1956766 w 11256538"/>
                <a:gd name="connsiteY6" fmla="*/ 1359017 h 1359424"/>
                <a:gd name="connsiteX7" fmla="*/ 1550955 w 11256538"/>
                <a:gd name="connsiteY7" fmla="*/ 1323375 h 1359424"/>
                <a:gd name="connsiteX8" fmla="*/ 0 w 11256538"/>
                <a:gd name="connsiteY8" fmla="*/ 982148 h 135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56538" h="1359424">
                  <a:moveTo>
                    <a:pt x="11256538" y="0"/>
                  </a:moveTo>
                  <a:cubicBezTo>
                    <a:pt x="10484596" y="883756"/>
                    <a:pt x="9467112" y="1209094"/>
                    <a:pt x="8505393" y="967764"/>
                  </a:cubicBezTo>
                  <a:cubicBezTo>
                    <a:pt x="8152860" y="879282"/>
                    <a:pt x="7809450" y="721087"/>
                    <a:pt x="7468419" y="564049"/>
                  </a:cubicBezTo>
                  <a:cubicBezTo>
                    <a:pt x="6907076" y="305542"/>
                    <a:pt x="6356515" y="45835"/>
                    <a:pt x="5771928" y="51618"/>
                  </a:cubicBezTo>
                  <a:cubicBezTo>
                    <a:pt x="5663736" y="52644"/>
                    <a:pt x="5556112" y="62772"/>
                    <a:pt x="5448903" y="80189"/>
                  </a:cubicBezTo>
                  <a:cubicBezTo>
                    <a:pt x="4861653" y="176398"/>
                    <a:pt x="4289070" y="481809"/>
                    <a:pt x="3720394" y="770108"/>
                  </a:cubicBezTo>
                  <a:cubicBezTo>
                    <a:pt x="3136308" y="1067509"/>
                    <a:pt x="2554143" y="1346947"/>
                    <a:pt x="1956766" y="1359017"/>
                  </a:cubicBezTo>
                  <a:cubicBezTo>
                    <a:pt x="1822318" y="1361745"/>
                    <a:pt x="1687040" y="1350876"/>
                    <a:pt x="1550955" y="1323375"/>
                  </a:cubicBezTo>
                  <a:cubicBezTo>
                    <a:pt x="1023224" y="1215380"/>
                    <a:pt x="516578" y="851847"/>
                    <a:pt x="0" y="982148"/>
                  </a:cubicBezTo>
                </a:path>
              </a:pathLst>
            </a:custGeom>
            <a:noFill/>
            <a:ln w="5064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EFD2C379-12FD-AA8D-49F3-24BD75EEE76F}"/>
                </a:ext>
              </a:extLst>
            </p:cNvPr>
            <p:cNvSpPr/>
            <p:nvPr/>
          </p:nvSpPr>
          <p:spPr>
            <a:xfrm>
              <a:off x="52098" y="5139254"/>
              <a:ext cx="11268717" cy="1446210"/>
            </a:xfrm>
            <a:custGeom>
              <a:avLst/>
              <a:gdLst>
                <a:gd name="connsiteX0" fmla="*/ 11268717 w 11268717"/>
                <a:gd name="connsiteY0" fmla="*/ 0 h 1446210"/>
                <a:gd name="connsiteX1" fmla="*/ 8523443 w 11268717"/>
                <a:gd name="connsiteY1" fmla="*/ 1053039 h 1446210"/>
                <a:gd name="connsiteX2" fmla="*/ 7488106 w 11268717"/>
                <a:gd name="connsiteY2" fmla="*/ 631972 h 1446210"/>
                <a:gd name="connsiteX3" fmla="*/ 5784849 w 11268717"/>
                <a:gd name="connsiteY3" fmla="*/ 54565 h 1446210"/>
                <a:gd name="connsiteX4" fmla="*/ 5460297 w 11268717"/>
                <a:gd name="connsiteY4" fmla="*/ 78726 h 1446210"/>
                <a:gd name="connsiteX5" fmla="*/ 3734886 w 11268717"/>
                <a:gd name="connsiteY5" fmla="*/ 808478 h 1446210"/>
                <a:gd name="connsiteX6" fmla="*/ 1972219 w 11268717"/>
                <a:gd name="connsiteY6" fmla="*/ 1445819 h 1446210"/>
                <a:gd name="connsiteX7" fmla="*/ 1565775 w 11268717"/>
                <a:gd name="connsiteY7" fmla="*/ 1406380 h 1446210"/>
                <a:gd name="connsiteX8" fmla="*/ 0 w 11268717"/>
                <a:gd name="connsiteY8" fmla="*/ 1003799 h 1446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268717" h="1446210">
                  <a:moveTo>
                    <a:pt x="11268717" y="0"/>
                  </a:moveTo>
                  <a:cubicBezTo>
                    <a:pt x="10506182" y="917674"/>
                    <a:pt x="9485490" y="1293081"/>
                    <a:pt x="8523443" y="1053039"/>
                  </a:cubicBezTo>
                  <a:cubicBezTo>
                    <a:pt x="8171085" y="965123"/>
                    <a:pt x="7828700" y="800294"/>
                    <a:pt x="7488106" y="631972"/>
                  </a:cubicBezTo>
                  <a:cubicBezTo>
                    <a:pt x="6926523" y="352730"/>
                    <a:pt x="6372383" y="60895"/>
                    <a:pt x="5784849" y="54565"/>
                  </a:cubicBezTo>
                  <a:cubicBezTo>
                    <a:pt x="5676068" y="53365"/>
                    <a:pt x="5567920" y="62008"/>
                    <a:pt x="5460297" y="78726"/>
                  </a:cubicBezTo>
                  <a:cubicBezTo>
                    <a:pt x="4873177" y="170352"/>
                    <a:pt x="4302537" y="497262"/>
                    <a:pt x="3734886" y="808478"/>
                  </a:cubicBezTo>
                  <a:cubicBezTo>
                    <a:pt x="3151084" y="1129233"/>
                    <a:pt x="2569334" y="1433422"/>
                    <a:pt x="1972219" y="1445819"/>
                  </a:cubicBezTo>
                  <a:cubicBezTo>
                    <a:pt x="1837574" y="1448613"/>
                    <a:pt x="1702122" y="1436565"/>
                    <a:pt x="1565775" y="1406380"/>
                  </a:cubicBezTo>
                  <a:cubicBezTo>
                    <a:pt x="1035447" y="1288279"/>
                    <a:pt x="526399" y="893381"/>
                    <a:pt x="0" y="1003799"/>
                  </a:cubicBezTo>
                </a:path>
              </a:pathLst>
            </a:custGeom>
            <a:noFill/>
            <a:ln w="5238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210485A1-7CB4-373A-082B-28467467A2A2}"/>
                </a:ext>
              </a:extLst>
            </p:cNvPr>
            <p:cNvSpPr/>
            <p:nvPr/>
          </p:nvSpPr>
          <p:spPr>
            <a:xfrm>
              <a:off x="458" y="5096671"/>
              <a:ext cx="11280830" cy="1533052"/>
            </a:xfrm>
            <a:custGeom>
              <a:avLst/>
              <a:gdLst>
                <a:gd name="connsiteX0" fmla="*/ 11280831 w 11280830"/>
                <a:gd name="connsiteY0" fmla="*/ 0 h 1533052"/>
                <a:gd name="connsiteX1" fmla="*/ 8541406 w 11280830"/>
                <a:gd name="connsiteY1" fmla="*/ 1138313 h 1533052"/>
                <a:gd name="connsiteX2" fmla="*/ 5797704 w 11280830"/>
                <a:gd name="connsiteY2" fmla="*/ 57533 h 1533052"/>
                <a:gd name="connsiteX3" fmla="*/ 1580573 w 11280830"/>
                <a:gd name="connsiteY3" fmla="*/ 1489427 h 1533052"/>
                <a:gd name="connsiteX4" fmla="*/ 0 w 11280830"/>
                <a:gd name="connsiteY4" fmla="*/ 1025516 h 1533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80830" h="1533052">
                  <a:moveTo>
                    <a:pt x="11280831" y="0"/>
                  </a:moveTo>
                  <a:cubicBezTo>
                    <a:pt x="10527681" y="951591"/>
                    <a:pt x="9503802" y="1377045"/>
                    <a:pt x="8541406" y="1138313"/>
                  </a:cubicBezTo>
                  <a:cubicBezTo>
                    <a:pt x="7606184" y="906324"/>
                    <a:pt x="6744822" y="87086"/>
                    <a:pt x="5797704" y="57533"/>
                  </a:cubicBezTo>
                  <a:cubicBezTo>
                    <a:pt x="4343875" y="12201"/>
                    <a:pt x="3017225" y="1835042"/>
                    <a:pt x="1580573" y="1489427"/>
                  </a:cubicBezTo>
                  <a:cubicBezTo>
                    <a:pt x="1047648" y="1361222"/>
                    <a:pt x="536177" y="934982"/>
                    <a:pt x="0" y="1025516"/>
                  </a:cubicBezTo>
                </a:path>
              </a:pathLst>
            </a:custGeom>
            <a:noFill/>
            <a:ln w="5413" cap="flat">
              <a:gradFill>
                <a:gsLst>
                  <a:gs pos="0">
                    <a:srgbClr val="008AF2">
                      <a:alpha val="0"/>
                    </a:srgbClr>
                  </a:gs>
                  <a:gs pos="100000">
                    <a:srgbClr val="008AF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rutiger 45 Light"/>
                <a:ea typeface="+mn-ea"/>
                <a:cs typeface="+mn-cs"/>
              </a:endParaRPr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4BB47EA-6DC0-27D8-8567-BDBB9A1CE539}"/>
              </a:ext>
            </a:extLst>
          </p:cNvPr>
          <p:cNvSpPr/>
          <p:nvPr/>
        </p:nvSpPr>
        <p:spPr>
          <a:xfrm>
            <a:off x="9177808" y="823628"/>
            <a:ext cx="2734988" cy="522174"/>
          </a:xfrm>
          <a:custGeom>
            <a:avLst/>
            <a:gdLst>
              <a:gd name="connsiteX0" fmla="*/ 1257092 w 2166558"/>
              <a:gd name="connsiteY0" fmla="*/ 310195 h 413646"/>
              <a:gd name="connsiteX1" fmla="*/ 1257092 w 2166558"/>
              <a:gd name="connsiteY1" fmla="*/ 310195 h 413646"/>
              <a:gd name="connsiteX2" fmla="*/ 1257092 w 2166558"/>
              <a:gd name="connsiteY2" fmla="*/ 310196 h 413646"/>
              <a:gd name="connsiteX3" fmla="*/ 1527173 w 2166558"/>
              <a:gd name="connsiteY3" fmla="*/ 184926 h 413646"/>
              <a:gd name="connsiteX4" fmla="*/ 1485416 w 2166558"/>
              <a:gd name="connsiteY4" fmla="*/ 246820 h 413646"/>
              <a:gd name="connsiteX5" fmla="*/ 1509704 w 2166558"/>
              <a:gd name="connsiteY5" fmla="*/ 282949 h 413646"/>
              <a:gd name="connsiteX6" fmla="*/ 1555901 w 2166558"/>
              <a:gd name="connsiteY6" fmla="*/ 221054 h 413646"/>
              <a:gd name="connsiteX7" fmla="*/ 1527173 w 2166558"/>
              <a:gd name="connsiteY7" fmla="*/ 184926 h 413646"/>
              <a:gd name="connsiteX8" fmla="*/ 2103474 w 2166558"/>
              <a:gd name="connsiteY8" fmla="*/ 183146 h 413646"/>
              <a:gd name="connsiteX9" fmla="*/ 2060535 w 2166558"/>
              <a:gd name="connsiteY9" fmla="*/ 218980 h 413646"/>
              <a:gd name="connsiteX10" fmla="*/ 2127763 w 2166558"/>
              <a:gd name="connsiteY10" fmla="*/ 218980 h 413646"/>
              <a:gd name="connsiteX11" fmla="*/ 2128648 w 2166558"/>
              <a:gd name="connsiteY11" fmla="*/ 208615 h 413646"/>
              <a:gd name="connsiteX12" fmla="*/ 2103474 w 2166558"/>
              <a:gd name="connsiteY12" fmla="*/ 183146 h 413646"/>
              <a:gd name="connsiteX13" fmla="*/ 1938815 w 2166558"/>
              <a:gd name="connsiteY13" fmla="*/ 183146 h 413646"/>
              <a:gd name="connsiteX14" fmla="*/ 1895876 w 2166558"/>
              <a:gd name="connsiteY14" fmla="*/ 218980 h 413646"/>
              <a:gd name="connsiteX15" fmla="*/ 1963104 w 2166558"/>
              <a:gd name="connsiteY15" fmla="*/ 218980 h 413646"/>
              <a:gd name="connsiteX16" fmla="*/ 1963999 w 2166558"/>
              <a:gd name="connsiteY16" fmla="*/ 208615 h 413646"/>
              <a:gd name="connsiteX17" fmla="*/ 1938815 w 2166558"/>
              <a:gd name="connsiteY17" fmla="*/ 183146 h 413646"/>
              <a:gd name="connsiteX18" fmla="*/ 1207343 w 2166558"/>
              <a:gd name="connsiteY18" fmla="*/ 157680 h 413646"/>
              <a:gd name="connsiteX19" fmla="*/ 1247024 w 2166558"/>
              <a:gd name="connsiteY19" fmla="*/ 157680 h 413646"/>
              <a:gd name="connsiteX20" fmla="*/ 1214448 w 2166558"/>
              <a:gd name="connsiteY20" fmla="*/ 310195 h 413646"/>
              <a:gd name="connsiteX21" fmla="*/ 1174767 w 2166558"/>
              <a:gd name="connsiteY21" fmla="*/ 310195 h 413646"/>
              <a:gd name="connsiteX22" fmla="*/ 2104074 w 2166558"/>
              <a:gd name="connsiteY22" fmla="*/ 154124 h 413646"/>
              <a:gd name="connsiteX23" fmla="*/ 2166558 w 2166558"/>
              <a:gd name="connsiteY23" fmla="*/ 212169 h 413646"/>
              <a:gd name="connsiteX24" fmla="*/ 2162710 w 2166558"/>
              <a:gd name="connsiteY24" fmla="*/ 246227 h 413646"/>
              <a:gd name="connsiteX25" fmla="*/ 2055211 w 2166558"/>
              <a:gd name="connsiteY25" fmla="*/ 246227 h 413646"/>
              <a:gd name="connsiteX26" fmla="*/ 2097559 w 2166558"/>
              <a:gd name="connsiteY26" fmla="*/ 284726 h 413646"/>
              <a:gd name="connsiteX27" fmla="*/ 2144346 w 2166558"/>
              <a:gd name="connsiteY27" fmla="*/ 273769 h 413646"/>
              <a:gd name="connsiteX28" fmla="*/ 2139307 w 2166558"/>
              <a:gd name="connsiteY28" fmla="*/ 305160 h 413646"/>
              <a:gd name="connsiteX29" fmla="*/ 2090739 w 2166558"/>
              <a:gd name="connsiteY29" fmla="*/ 313748 h 413646"/>
              <a:gd name="connsiteX30" fmla="*/ 2017301 w 2166558"/>
              <a:gd name="connsiteY30" fmla="*/ 247114 h 413646"/>
              <a:gd name="connsiteX31" fmla="*/ 2104074 w 2166558"/>
              <a:gd name="connsiteY31" fmla="*/ 154124 h 413646"/>
              <a:gd name="connsiteX32" fmla="*/ 1939415 w 2166558"/>
              <a:gd name="connsiteY32" fmla="*/ 154124 h 413646"/>
              <a:gd name="connsiteX33" fmla="*/ 2001899 w 2166558"/>
              <a:gd name="connsiteY33" fmla="*/ 212169 h 413646"/>
              <a:gd name="connsiteX34" fmla="*/ 1998051 w 2166558"/>
              <a:gd name="connsiteY34" fmla="*/ 246227 h 413646"/>
              <a:gd name="connsiteX35" fmla="*/ 1890552 w 2166558"/>
              <a:gd name="connsiteY35" fmla="*/ 246227 h 413646"/>
              <a:gd name="connsiteX36" fmla="*/ 1932900 w 2166558"/>
              <a:gd name="connsiteY36" fmla="*/ 284726 h 413646"/>
              <a:gd name="connsiteX37" fmla="*/ 1979687 w 2166558"/>
              <a:gd name="connsiteY37" fmla="*/ 273769 h 413646"/>
              <a:gd name="connsiteX38" fmla="*/ 1974658 w 2166558"/>
              <a:gd name="connsiteY38" fmla="*/ 305160 h 413646"/>
              <a:gd name="connsiteX39" fmla="*/ 1926090 w 2166558"/>
              <a:gd name="connsiteY39" fmla="*/ 313748 h 413646"/>
              <a:gd name="connsiteX40" fmla="*/ 1852642 w 2166558"/>
              <a:gd name="connsiteY40" fmla="*/ 247114 h 413646"/>
              <a:gd name="connsiteX41" fmla="*/ 1939415 w 2166558"/>
              <a:gd name="connsiteY41" fmla="*/ 154124 h 413646"/>
              <a:gd name="connsiteX42" fmla="*/ 1843165 w 2166558"/>
              <a:gd name="connsiteY42" fmla="*/ 154124 h 413646"/>
              <a:gd name="connsiteX43" fmla="*/ 1858272 w 2166558"/>
              <a:gd name="connsiteY43" fmla="*/ 155607 h 413646"/>
              <a:gd name="connsiteX44" fmla="*/ 1849975 w 2166558"/>
              <a:gd name="connsiteY44" fmla="*/ 194400 h 413646"/>
              <a:gd name="connsiteX45" fmla="*/ 1834869 w 2166558"/>
              <a:gd name="connsiteY45" fmla="*/ 192032 h 413646"/>
              <a:gd name="connsiteX46" fmla="*/ 1788082 w 2166558"/>
              <a:gd name="connsiteY46" fmla="*/ 241785 h 413646"/>
              <a:gd name="connsiteX47" fmla="*/ 1773871 w 2166558"/>
              <a:gd name="connsiteY47" fmla="*/ 310195 h 413646"/>
              <a:gd name="connsiteX48" fmla="*/ 1734180 w 2166558"/>
              <a:gd name="connsiteY48" fmla="*/ 310195 h 413646"/>
              <a:gd name="connsiteX49" fmla="*/ 1761431 w 2166558"/>
              <a:gd name="connsiteY49" fmla="*/ 178113 h 413646"/>
              <a:gd name="connsiteX50" fmla="*/ 1764984 w 2166558"/>
              <a:gd name="connsiteY50" fmla="*/ 157680 h 413646"/>
              <a:gd name="connsiteX51" fmla="*/ 1802884 w 2166558"/>
              <a:gd name="connsiteY51" fmla="*/ 157680 h 413646"/>
              <a:gd name="connsiteX52" fmla="*/ 1797559 w 2166558"/>
              <a:gd name="connsiteY52" fmla="*/ 186405 h 413646"/>
              <a:gd name="connsiteX53" fmla="*/ 1798150 w 2166558"/>
              <a:gd name="connsiteY53" fmla="*/ 186405 h 413646"/>
              <a:gd name="connsiteX54" fmla="*/ 1843165 w 2166558"/>
              <a:gd name="connsiteY54" fmla="*/ 154124 h 413646"/>
              <a:gd name="connsiteX55" fmla="*/ 1369039 w 2166558"/>
              <a:gd name="connsiteY55" fmla="*/ 154124 h 413646"/>
              <a:gd name="connsiteX56" fmla="*/ 1418788 w 2166558"/>
              <a:gd name="connsiteY56" fmla="*/ 202989 h 413646"/>
              <a:gd name="connsiteX57" fmla="*/ 1413750 w 2166558"/>
              <a:gd name="connsiteY57" fmla="*/ 236158 h 413646"/>
              <a:gd name="connsiteX58" fmla="*/ 1397757 w 2166558"/>
              <a:gd name="connsiteY58" fmla="*/ 310195 h 413646"/>
              <a:gd name="connsiteX59" fmla="*/ 1358076 w 2166558"/>
              <a:gd name="connsiteY59" fmla="*/ 310195 h 413646"/>
              <a:gd name="connsiteX60" fmla="*/ 1372887 w 2166558"/>
              <a:gd name="connsiteY60" fmla="*/ 238231 h 413646"/>
              <a:gd name="connsiteX61" fmla="*/ 1377326 w 2166558"/>
              <a:gd name="connsiteY61" fmla="*/ 206247 h 413646"/>
              <a:gd name="connsiteX62" fmla="*/ 1355714 w 2166558"/>
              <a:gd name="connsiteY62" fmla="*/ 184926 h 413646"/>
              <a:gd name="connsiteX63" fmla="*/ 1313061 w 2166558"/>
              <a:gd name="connsiteY63" fmla="*/ 233494 h 413646"/>
              <a:gd name="connsiteX64" fmla="*/ 1296773 w 2166558"/>
              <a:gd name="connsiteY64" fmla="*/ 310195 h 413646"/>
              <a:gd name="connsiteX65" fmla="*/ 1257092 w 2166558"/>
              <a:gd name="connsiteY65" fmla="*/ 310195 h 413646"/>
              <a:gd name="connsiteX66" fmla="*/ 1285229 w 2166558"/>
              <a:gd name="connsiteY66" fmla="*/ 179594 h 413646"/>
              <a:gd name="connsiteX67" fmla="*/ 1289077 w 2166558"/>
              <a:gd name="connsiteY67" fmla="*/ 157680 h 413646"/>
              <a:gd name="connsiteX68" fmla="*/ 1327872 w 2166558"/>
              <a:gd name="connsiteY68" fmla="*/ 157680 h 413646"/>
              <a:gd name="connsiteX69" fmla="*/ 1325205 w 2166558"/>
              <a:gd name="connsiteY69" fmla="*/ 172487 h 413646"/>
              <a:gd name="connsiteX70" fmla="*/ 1325796 w 2166558"/>
              <a:gd name="connsiteY70" fmla="*/ 172487 h 413646"/>
              <a:gd name="connsiteX71" fmla="*/ 1369039 w 2166558"/>
              <a:gd name="connsiteY71" fmla="*/ 154124 h 413646"/>
              <a:gd name="connsiteX72" fmla="*/ 1712863 w 2166558"/>
              <a:gd name="connsiteY72" fmla="*/ 112369 h 413646"/>
              <a:gd name="connsiteX73" fmla="*/ 1703090 w 2166558"/>
              <a:gd name="connsiteY73" fmla="*/ 157680 h 413646"/>
              <a:gd name="connsiteX74" fmla="*/ 1738628 w 2166558"/>
              <a:gd name="connsiteY74" fmla="*/ 157680 h 413646"/>
              <a:gd name="connsiteX75" fmla="*/ 1732408 w 2166558"/>
              <a:gd name="connsiteY75" fmla="*/ 186699 h 413646"/>
              <a:gd name="connsiteX76" fmla="*/ 1696871 w 2166558"/>
              <a:gd name="connsiteY76" fmla="*/ 186699 h 413646"/>
              <a:gd name="connsiteX77" fmla="*/ 1682355 w 2166558"/>
              <a:gd name="connsiteY77" fmla="*/ 253333 h 413646"/>
              <a:gd name="connsiteX78" fmla="*/ 1680583 w 2166558"/>
              <a:gd name="connsiteY78" fmla="*/ 268143 h 413646"/>
              <a:gd name="connsiteX79" fmla="*/ 1695689 w 2166558"/>
              <a:gd name="connsiteY79" fmla="*/ 282949 h 413646"/>
              <a:gd name="connsiteX80" fmla="*/ 1714930 w 2166558"/>
              <a:gd name="connsiteY80" fmla="*/ 279396 h 413646"/>
              <a:gd name="connsiteX81" fmla="*/ 1708120 w 2166558"/>
              <a:gd name="connsiteY81" fmla="*/ 310196 h 413646"/>
              <a:gd name="connsiteX82" fmla="*/ 1686803 w 2166558"/>
              <a:gd name="connsiteY82" fmla="*/ 313748 h 413646"/>
              <a:gd name="connsiteX83" fmla="*/ 1640892 w 2166558"/>
              <a:gd name="connsiteY83" fmla="*/ 273769 h 413646"/>
              <a:gd name="connsiteX84" fmla="*/ 1645931 w 2166558"/>
              <a:gd name="connsiteY84" fmla="*/ 238231 h 413646"/>
              <a:gd name="connsiteX85" fmla="*/ 1657189 w 2166558"/>
              <a:gd name="connsiteY85" fmla="*/ 186699 h 413646"/>
              <a:gd name="connsiteX86" fmla="*/ 1628462 w 2166558"/>
              <a:gd name="connsiteY86" fmla="*/ 186699 h 413646"/>
              <a:gd name="connsiteX87" fmla="*/ 1634682 w 2166558"/>
              <a:gd name="connsiteY87" fmla="*/ 157680 h 413646"/>
              <a:gd name="connsiteX88" fmla="*/ 1663400 w 2166558"/>
              <a:gd name="connsiteY88" fmla="*/ 157680 h 413646"/>
              <a:gd name="connsiteX89" fmla="*/ 1670220 w 2166558"/>
              <a:gd name="connsiteY89" fmla="*/ 126287 h 413646"/>
              <a:gd name="connsiteX90" fmla="*/ 941995 w 2166558"/>
              <a:gd name="connsiteY90" fmla="*/ 103483 h 413646"/>
              <a:gd name="connsiteX91" fmla="*/ 1010404 w 2166558"/>
              <a:gd name="connsiteY91" fmla="*/ 103483 h 413646"/>
              <a:gd name="connsiteX92" fmla="*/ 1024320 w 2166558"/>
              <a:gd name="connsiteY92" fmla="*/ 252447 h 413646"/>
              <a:gd name="connsiteX93" fmla="*/ 1024920 w 2166558"/>
              <a:gd name="connsiteY93" fmla="*/ 252447 h 413646"/>
              <a:gd name="connsiteX94" fmla="*/ 1106349 w 2166558"/>
              <a:gd name="connsiteY94" fmla="*/ 103483 h 413646"/>
              <a:gd name="connsiteX95" fmla="*/ 1175358 w 2166558"/>
              <a:gd name="connsiteY95" fmla="*/ 103483 h 413646"/>
              <a:gd name="connsiteX96" fmla="*/ 1131228 w 2166558"/>
              <a:gd name="connsiteY96" fmla="*/ 310195 h 413646"/>
              <a:gd name="connsiteX97" fmla="*/ 1087404 w 2166558"/>
              <a:gd name="connsiteY97" fmla="*/ 310195 h 413646"/>
              <a:gd name="connsiteX98" fmla="*/ 1126495 w 2166558"/>
              <a:gd name="connsiteY98" fmla="*/ 139020 h 413646"/>
              <a:gd name="connsiteX99" fmla="*/ 1125904 w 2166558"/>
              <a:gd name="connsiteY99" fmla="*/ 139020 h 413646"/>
              <a:gd name="connsiteX100" fmla="*/ 1032321 w 2166558"/>
              <a:gd name="connsiteY100" fmla="*/ 310195 h 413646"/>
              <a:gd name="connsiteX101" fmla="*/ 992630 w 2166558"/>
              <a:gd name="connsiteY101" fmla="*/ 310195 h 413646"/>
              <a:gd name="connsiteX102" fmla="*/ 976047 w 2166558"/>
              <a:gd name="connsiteY102" fmla="*/ 139020 h 413646"/>
              <a:gd name="connsiteX103" fmla="*/ 975457 w 2166558"/>
              <a:gd name="connsiteY103" fmla="*/ 139020 h 413646"/>
              <a:gd name="connsiteX104" fmla="*/ 937547 w 2166558"/>
              <a:gd name="connsiteY104" fmla="*/ 310195 h 413646"/>
              <a:gd name="connsiteX105" fmla="*/ 898161 w 2166558"/>
              <a:gd name="connsiteY105" fmla="*/ 310195 h 413646"/>
              <a:gd name="connsiteX106" fmla="*/ 855222 w 2166558"/>
              <a:gd name="connsiteY106" fmla="*/ 103483 h 413646"/>
              <a:gd name="connsiteX107" fmla="*/ 898456 w 2166558"/>
              <a:gd name="connsiteY107" fmla="*/ 103483 h 413646"/>
              <a:gd name="connsiteX108" fmla="*/ 854927 w 2166558"/>
              <a:gd name="connsiteY108" fmla="*/ 310195 h 413646"/>
              <a:gd name="connsiteX109" fmla="*/ 811689 w 2166558"/>
              <a:gd name="connsiteY109" fmla="*/ 310195 h 413646"/>
              <a:gd name="connsiteX110" fmla="*/ 673981 w 2166558"/>
              <a:gd name="connsiteY110" fmla="*/ 103483 h 413646"/>
              <a:gd name="connsiteX111" fmla="*/ 833601 w 2166558"/>
              <a:gd name="connsiteY111" fmla="*/ 103483 h 413646"/>
              <a:gd name="connsiteX112" fmla="*/ 826790 w 2166558"/>
              <a:gd name="connsiteY112" fmla="*/ 136061 h 413646"/>
              <a:gd name="connsiteX113" fmla="*/ 768452 w 2166558"/>
              <a:gd name="connsiteY113" fmla="*/ 136061 h 413646"/>
              <a:gd name="connsiteX114" fmla="*/ 730840 w 2166558"/>
              <a:gd name="connsiteY114" fmla="*/ 310195 h 413646"/>
              <a:gd name="connsiteX115" fmla="*/ 687602 w 2166558"/>
              <a:gd name="connsiteY115" fmla="*/ 310195 h 413646"/>
              <a:gd name="connsiteX116" fmla="*/ 725214 w 2166558"/>
              <a:gd name="connsiteY116" fmla="*/ 136061 h 413646"/>
              <a:gd name="connsiteX117" fmla="*/ 666872 w 2166558"/>
              <a:gd name="connsiteY117" fmla="*/ 136061 h 413646"/>
              <a:gd name="connsiteX118" fmla="*/ 560853 w 2166558"/>
              <a:gd name="connsiteY118" fmla="*/ 103483 h 413646"/>
              <a:gd name="connsiteX119" fmla="*/ 602314 w 2166558"/>
              <a:gd name="connsiteY119" fmla="*/ 103483 h 413646"/>
              <a:gd name="connsiteX120" fmla="*/ 565298 w 2166558"/>
              <a:gd name="connsiteY120" fmla="*/ 277616 h 413646"/>
              <a:gd name="connsiteX121" fmla="*/ 646440 w 2166558"/>
              <a:gd name="connsiteY121" fmla="*/ 277616 h 413646"/>
              <a:gd name="connsiteX122" fmla="*/ 639335 w 2166558"/>
              <a:gd name="connsiteY122" fmla="*/ 310195 h 413646"/>
              <a:gd name="connsiteX123" fmla="*/ 517025 w 2166558"/>
              <a:gd name="connsiteY123" fmla="*/ 310195 h 413646"/>
              <a:gd name="connsiteX124" fmla="*/ 517024 w 2166558"/>
              <a:gd name="connsiteY124" fmla="*/ 310195 h 413646"/>
              <a:gd name="connsiteX125" fmla="*/ 1221849 w 2166558"/>
              <a:gd name="connsiteY125" fmla="*/ 91935 h 413646"/>
              <a:gd name="connsiteX126" fmla="*/ 1261530 w 2166558"/>
              <a:gd name="connsiteY126" fmla="*/ 91935 h 413646"/>
              <a:gd name="connsiteX127" fmla="*/ 1253244 w 2166558"/>
              <a:gd name="connsiteY127" fmla="*/ 129841 h 413646"/>
              <a:gd name="connsiteX128" fmla="*/ 1213562 w 2166558"/>
              <a:gd name="connsiteY128" fmla="*/ 129841 h 413646"/>
              <a:gd name="connsiteX129" fmla="*/ 1587000 w 2166558"/>
              <a:gd name="connsiteY129" fmla="*/ 88085 h 413646"/>
              <a:gd name="connsiteX130" fmla="*/ 1626681 w 2166558"/>
              <a:gd name="connsiteY130" fmla="*/ 88085 h 413646"/>
              <a:gd name="connsiteX131" fmla="*/ 1585523 w 2166558"/>
              <a:gd name="connsiteY131" fmla="*/ 276434 h 413646"/>
              <a:gd name="connsiteX132" fmla="*/ 1579894 w 2166558"/>
              <a:gd name="connsiteY132" fmla="*/ 310195 h 413646"/>
              <a:gd name="connsiteX133" fmla="*/ 1542870 w 2166558"/>
              <a:gd name="connsiteY133" fmla="*/ 310195 h 413646"/>
              <a:gd name="connsiteX134" fmla="*/ 1546718 w 2166558"/>
              <a:gd name="connsiteY134" fmla="*/ 287685 h 413646"/>
              <a:gd name="connsiteX135" fmla="*/ 1546128 w 2166558"/>
              <a:gd name="connsiteY135" fmla="*/ 287685 h 413646"/>
              <a:gd name="connsiteX136" fmla="*/ 1496379 w 2166558"/>
              <a:gd name="connsiteY136" fmla="*/ 313748 h 413646"/>
              <a:gd name="connsiteX137" fmla="*/ 1443963 w 2166558"/>
              <a:gd name="connsiteY137" fmla="*/ 250374 h 413646"/>
              <a:gd name="connsiteX138" fmla="*/ 1520658 w 2166558"/>
              <a:gd name="connsiteY138" fmla="*/ 154124 h 413646"/>
              <a:gd name="connsiteX139" fmla="*/ 1567750 w 2166558"/>
              <a:gd name="connsiteY139" fmla="*/ 175743 h 413646"/>
              <a:gd name="connsiteX140" fmla="*/ 206751 w 2166558"/>
              <a:gd name="connsiteY140" fmla="*/ 25917 h 413646"/>
              <a:gd name="connsiteX141" fmla="*/ 185397 w 2166558"/>
              <a:gd name="connsiteY141" fmla="*/ 27243 h 413646"/>
              <a:gd name="connsiteX142" fmla="*/ 96452 w 2166558"/>
              <a:gd name="connsiteY142" fmla="*/ 180978 h 413646"/>
              <a:gd name="connsiteX143" fmla="*/ 206750 w 2166558"/>
              <a:gd name="connsiteY143" fmla="*/ 180978 h 413646"/>
              <a:gd name="connsiteX144" fmla="*/ 176855 w 2166558"/>
              <a:gd name="connsiteY144" fmla="*/ 232372 h 413646"/>
              <a:gd name="connsiteX145" fmla="*/ 36961 w 2166558"/>
              <a:gd name="connsiteY145" fmla="*/ 232372 h 413646"/>
              <a:gd name="connsiteX146" fmla="*/ 151087 w 2166558"/>
              <a:gd name="connsiteY146" fmla="*/ 34751 h 413646"/>
              <a:gd name="connsiteX147" fmla="*/ 25769 w 2166558"/>
              <a:gd name="connsiteY147" fmla="*/ 206601 h 413646"/>
              <a:gd name="connsiteX148" fmla="*/ 178181 w 2166558"/>
              <a:gd name="connsiteY148" fmla="*/ 385519 h 413646"/>
              <a:gd name="connsiteX149" fmla="*/ 266389 w 2166558"/>
              <a:gd name="connsiteY149" fmla="*/ 232372 h 413646"/>
              <a:gd name="connsiteX150" fmla="*/ 206751 w 2166558"/>
              <a:gd name="connsiteY150" fmla="*/ 232397 h 413646"/>
              <a:gd name="connsiteX151" fmla="*/ 236348 w 2166558"/>
              <a:gd name="connsiteY151" fmla="*/ 180978 h 413646"/>
              <a:gd name="connsiteX152" fmla="*/ 376485 w 2166558"/>
              <a:gd name="connsiteY152" fmla="*/ 180956 h 413646"/>
              <a:gd name="connsiteX153" fmla="*/ 346792 w 2166558"/>
              <a:gd name="connsiteY153" fmla="*/ 232518 h 413646"/>
              <a:gd name="connsiteX154" fmla="*/ 296133 w 2166558"/>
              <a:gd name="connsiteY154" fmla="*/ 232372 h 413646"/>
              <a:gd name="connsiteX155" fmla="*/ 206751 w 2166558"/>
              <a:gd name="connsiteY155" fmla="*/ 387876 h 413646"/>
              <a:gd name="connsiteX156" fmla="*/ 387877 w 2166558"/>
              <a:gd name="connsiteY156" fmla="*/ 206601 h 413646"/>
              <a:gd name="connsiteX157" fmla="*/ 206751 w 2166558"/>
              <a:gd name="connsiteY157" fmla="*/ 25917 h 413646"/>
              <a:gd name="connsiteX158" fmla="*/ 206750 w 2166558"/>
              <a:gd name="connsiteY158" fmla="*/ 0 h 413646"/>
              <a:gd name="connsiteX159" fmla="*/ 413646 w 2166558"/>
              <a:gd name="connsiteY159" fmla="*/ 206601 h 413646"/>
              <a:gd name="connsiteX160" fmla="*/ 206750 w 2166558"/>
              <a:gd name="connsiteY160" fmla="*/ 413646 h 413646"/>
              <a:gd name="connsiteX161" fmla="*/ 0 w 2166558"/>
              <a:gd name="connsiteY161" fmla="*/ 206601 h 413646"/>
              <a:gd name="connsiteX162" fmla="*/ 206750 w 2166558"/>
              <a:gd name="connsiteY162" fmla="*/ 0 h 413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</a:cxnLst>
            <a:rect l="l" t="t" r="r" b="b"/>
            <a:pathLst>
              <a:path w="2166558" h="413646">
                <a:moveTo>
                  <a:pt x="1257092" y="310195"/>
                </a:moveTo>
                <a:lnTo>
                  <a:pt x="1257092" y="310195"/>
                </a:lnTo>
                <a:lnTo>
                  <a:pt x="1257092" y="310196"/>
                </a:lnTo>
                <a:close/>
                <a:moveTo>
                  <a:pt x="1527173" y="184926"/>
                </a:moveTo>
                <a:cubicBezTo>
                  <a:pt x="1498751" y="184926"/>
                  <a:pt x="1485416" y="224016"/>
                  <a:pt x="1485416" y="246820"/>
                </a:cubicBezTo>
                <a:cubicBezTo>
                  <a:pt x="1485416" y="262218"/>
                  <a:pt x="1490159" y="282949"/>
                  <a:pt x="1509704" y="282949"/>
                </a:cubicBezTo>
                <a:cubicBezTo>
                  <a:pt x="1538727" y="282949"/>
                  <a:pt x="1555901" y="249188"/>
                  <a:pt x="1555901" y="221054"/>
                </a:cubicBezTo>
                <a:cubicBezTo>
                  <a:pt x="1555901" y="203286"/>
                  <a:pt x="1547319" y="184926"/>
                  <a:pt x="1527173" y="184926"/>
                </a:cubicBezTo>
                <a:close/>
                <a:moveTo>
                  <a:pt x="2103474" y="183146"/>
                </a:moveTo>
                <a:cubicBezTo>
                  <a:pt x="2078899" y="183146"/>
                  <a:pt x="2068241" y="197953"/>
                  <a:pt x="2060535" y="218980"/>
                </a:cubicBezTo>
                <a:lnTo>
                  <a:pt x="2127763" y="218980"/>
                </a:lnTo>
                <a:cubicBezTo>
                  <a:pt x="2128353" y="215428"/>
                  <a:pt x="2128648" y="212169"/>
                  <a:pt x="2128648" y="208615"/>
                </a:cubicBezTo>
                <a:cubicBezTo>
                  <a:pt x="2128648" y="192327"/>
                  <a:pt x="2120066" y="183146"/>
                  <a:pt x="2103474" y="183146"/>
                </a:cubicBezTo>
                <a:close/>
                <a:moveTo>
                  <a:pt x="1938815" y="183146"/>
                </a:moveTo>
                <a:cubicBezTo>
                  <a:pt x="1914241" y="183146"/>
                  <a:pt x="1903582" y="197953"/>
                  <a:pt x="1895876" y="218980"/>
                </a:cubicBezTo>
                <a:lnTo>
                  <a:pt x="1963104" y="218980"/>
                </a:lnTo>
                <a:cubicBezTo>
                  <a:pt x="1963694" y="215428"/>
                  <a:pt x="1963999" y="212169"/>
                  <a:pt x="1963999" y="208615"/>
                </a:cubicBezTo>
                <a:cubicBezTo>
                  <a:pt x="1963999" y="192327"/>
                  <a:pt x="1955408" y="183146"/>
                  <a:pt x="1938815" y="183146"/>
                </a:cubicBezTo>
                <a:close/>
                <a:moveTo>
                  <a:pt x="1207343" y="157680"/>
                </a:moveTo>
                <a:lnTo>
                  <a:pt x="1247024" y="157680"/>
                </a:lnTo>
                <a:lnTo>
                  <a:pt x="1214448" y="310195"/>
                </a:lnTo>
                <a:lnTo>
                  <a:pt x="1174767" y="310195"/>
                </a:lnTo>
                <a:close/>
                <a:moveTo>
                  <a:pt x="2104074" y="154124"/>
                </a:moveTo>
                <a:cubicBezTo>
                  <a:pt x="2141679" y="154124"/>
                  <a:pt x="2166558" y="173375"/>
                  <a:pt x="2166558" y="212169"/>
                </a:cubicBezTo>
                <a:cubicBezTo>
                  <a:pt x="2166558" y="223719"/>
                  <a:pt x="2165081" y="234973"/>
                  <a:pt x="2162710" y="246227"/>
                </a:cubicBezTo>
                <a:lnTo>
                  <a:pt x="2055211" y="246227"/>
                </a:lnTo>
                <a:cubicBezTo>
                  <a:pt x="2055211" y="274361"/>
                  <a:pt x="2070308" y="284726"/>
                  <a:pt x="2097559" y="284726"/>
                </a:cubicBezTo>
                <a:cubicBezTo>
                  <a:pt x="2113847" y="284726"/>
                  <a:pt x="2129544" y="280579"/>
                  <a:pt x="2144346" y="273769"/>
                </a:cubicBezTo>
                <a:lnTo>
                  <a:pt x="2139307" y="305160"/>
                </a:lnTo>
                <a:cubicBezTo>
                  <a:pt x="2123914" y="309898"/>
                  <a:pt x="2107036" y="313748"/>
                  <a:pt x="2090739" y="313748"/>
                </a:cubicBezTo>
                <a:cubicBezTo>
                  <a:pt x="2046914" y="313748"/>
                  <a:pt x="2017301" y="292426"/>
                  <a:pt x="2017301" y="247114"/>
                </a:cubicBezTo>
                <a:cubicBezTo>
                  <a:pt x="2017301" y="199732"/>
                  <a:pt x="2054020" y="154124"/>
                  <a:pt x="2104074" y="154124"/>
                </a:cubicBezTo>
                <a:close/>
                <a:moveTo>
                  <a:pt x="1939415" y="154124"/>
                </a:moveTo>
                <a:cubicBezTo>
                  <a:pt x="1977020" y="154124"/>
                  <a:pt x="2001899" y="173375"/>
                  <a:pt x="2001899" y="212169"/>
                </a:cubicBezTo>
                <a:cubicBezTo>
                  <a:pt x="2001899" y="223719"/>
                  <a:pt x="2000413" y="234973"/>
                  <a:pt x="1998051" y="246227"/>
                </a:cubicBezTo>
                <a:lnTo>
                  <a:pt x="1890552" y="246227"/>
                </a:lnTo>
                <a:cubicBezTo>
                  <a:pt x="1890552" y="274361"/>
                  <a:pt x="1905649" y="284726"/>
                  <a:pt x="1932900" y="284726"/>
                </a:cubicBezTo>
                <a:cubicBezTo>
                  <a:pt x="1949188" y="284726"/>
                  <a:pt x="1964876" y="280579"/>
                  <a:pt x="1979687" y="273769"/>
                </a:cubicBezTo>
                <a:lnTo>
                  <a:pt x="1974658" y="305160"/>
                </a:lnTo>
                <a:cubicBezTo>
                  <a:pt x="1959256" y="309898"/>
                  <a:pt x="1942377" y="313748"/>
                  <a:pt x="1926090" y="313748"/>
                </a:cubicBezTo>
                <a:cubicBezTo>
                  <a:pt x="1882256" y="313748"/>
                  <a:pt x="1852642" y="292426"/>
                  <a:pt x="1852642" y="247114"/>
                </a:cubicBezTo>
                <a:cubicBezTo>
                  <a:pt x="1852642" y="199732"/>
                  <a:pt x="1889361" y="154124"/>
                  <a:pt x="1939415" y="154124"/>
                </a:cubicBezTo>
                <a:close/>
                <a:moveTo>
                  <a:pt x="1843165" y="154124"/>
                </a:moveTo>
                <a:cubicBezTo>
                  <a:pt x="1848204" y="154124"/>
                  <a:pt x="1853528" y="154421"/>
                  <a:pt x="1858272" y="155607"/>
                </a:cubicBezTo>
                <a:lnTo>
                  <a:pt x="1849975" y="194400"/>
                </a:lnTo>
                <a:cubicBezTo>
                  <a:pt x="1845537" y="192920"/>
                  <a:pt x="1839908" y="192032"/>
                  <a:pt x="1834869" y="192032"/>
                </a:cubicBezTo>
                <a:cubicBezTo>
                  <a:pt x="1806741" y="192032"/>
                  <a:pt x="1793121" y="217204"/>
                  <a:pt x="1788082" y="241785"/>
                </a:cubicBezTo>
                <a:lnTo>
                  <a:pt x="1773871" y="310195"/>
                </a:lnTo>
                <a:lnTo>
                  <a:pt x="1734180" y="310195"/>
                </a:lnTo>
                <a:lnTo>
                  <a:pt x="1761431" y="178113"/>
                </a:lnTo>
                <a:cubicBezTo>
                  <a:pt x="1762612" y="171598"/>
                  <a:pt x="1763793" y="164786"/>
                  <a:pt x="1764984" y="157680"/>
                </a:cubicBezTo>
                <a:lnTo>
                  <a:pt x="1802884" y="157680"/>
                </a:lnTo>
                <a:lnTo>
                  <a:pt x="1797559" y="186405"/>
                </a:lnTo>
                <a:lnTo>
                  <a:pt x="1798150" y="186405"/>
                </a:lnTo>
                <a:cubicBezTo>
                  <a:pt x="1805256" y="169822"/>
                  <a:pt x="1824801" y="154124"/>
                  <a:pt x="1843165" y="154124"/>
                </a:cubicBezTo>
                <a:close/>
                <a:moveTo>
                  <a:pt x="1369039" y="154124"/>
                </a:moveTo>
                <a:cubicBezTo>
                  <a:pt x="1398948" y="154124"/>
                  <a:pt x="1418788" y="172784"/>
                  <a:pt x="1418788" y="202989"/>
                </a:cubicBezTo>
                <a:cubicBezTo>
                  <a:pt x="1418788" y="214539"/>
                  <a:pt x="1415826" y="226681"/>
                  <a:pt x="1413750" y="236158"/>
                </a:cubicBezTo>
                <a:lnTo>
                  <a:pt x="1397757" y="310195"/>
                </a:lnTo>
                <a:lnTo>
                  <a:pt x="1358076" y="310195"/>
                </a:lnTo>
                <a:lnTo>
                  <a:pt x="1372887" y="238231"/>
                </a:lnTo>
                <a:cubicBezTo>
                  <a:pt x="1374964" y="227863"/>
                  <a:pt x="1377326" y="217501"/>
                  <a:pt x="1377326" y="206247"/>
                </a:cubicBezTo>
                <a:cubicBezTo>
                  <a:pt x="1377326" y="193512"/>
                  <a:pt x="1368449" y="184926"/>
                  <a:pt x="1355714" y="184926"/>
                </a:cubicBezTo>
                <a:cubicBezTo>
                  <a:pt x="1328167" y="184926"/>
                  <a:pt x="1318099" y="210689"/>
                  <a:pt x="1313061" y="233494"/>
                </a:cubicBezTo>
                <a:lnTo>
                  <a:pt x="1296773" y="310195"/>
                </a:lnTo>
                <a:lnTo>
                  <a:pt x="1257092" y="310195"/>
                </a:lnTo>
                <a:lnTo>
                  <a:pt x="1285229" y="179594"/>
                </a:lnTo>
                <a:cubicBezTo>
                  <a:pt x="1287000" y="170413"/>
                  <a:pt x="1288486" y="162416"/>
                  <a:pt x="1289077" y="157680"/>
                </a:cubicBezTo>
                <a:lnTo>
                  <a:pt x="1327872" y="157680"/>
                </a:lnTo>
                <a:lnTo>
                  <a:pt x="1325205" y="172487"/>
                </a:lnTo>
                <a:lnTo>
                  <a:pt x="1325796" y="172487"/>
                </a:lnTo>
                <a:cubicBezTo>
                  <a:pt x="1336759" y="162416"/>
                  <a:pt x="1351856" y="154124"/>
                  <a:pt x="1369039" y="154124"/>
                </a:cubicBezTo>
                <a:close/>
                <a:moveTo>
                  <a:pt x="1712863" y="112369"/>
                </a:moveTo>
                <a:lnTo>
                  <a:pt x="1703090" y="157680"/>
                </a:lnTo>
                <a:lnTo>
                  <a:pt x="1738628" y="157680"/>
                </a:lnTo>
                <a:lnTo>
                  <a:pt x="1732408" y="186699"/>
                </a:lnTo>
                <a:lnTo>
                  <a:pt x="1696871" y="186699"/>
                </a:lnTo>
                <a:lnTo>
                  <a:pt x="1682355" y="253333"/>
                </a:lnTo>
                <a:cubicBezTo>
                  <a:pt x="1681469" y="256890"/>
                  <a:pt x="1680583" y="262218"/>
                  <a:pt x="1680583" y="268143"/>
                </a:cubicBezTo>
                <a:cubicBezTo>
                  <a:pt x="1680583" y="277322"/>
                  <a:pt x="1686803" y="282949"/>
                  <a:pt x="1695689" y="282949"/>
                </a:cubicBezTo>
                <a:cubicBezTo>
                  <a:pt x="1702795" y="282949"/>
                  <a:pt x="1709901" y="281467"/>
                  <a:pt x="1714930" y="279396"/>
                </a:cubicBezTo>
                <a:lnTo>
                  <a:pt x="1708120" y="310196"/>
                </a:lnTo>
                <a:cubicBezTo>
                  <a:pt x="1701309" y="311676"/>
                  <a:pt x="1693613" y="313748"/>
                  <a:pt x="1686803" y="313748"/>
                </a:cubicBezTo>
                <a:cubicBezTo>
                  <a:pt x="1659847" y="313748"/>
                  <a:pt x="1640892" y="303086"/>
                  <a:pt x="1640892" y="273769"/>
                </a:cubicBezTo>
                <a:cubicBezTo>
                  <a:pt x="1640892" y="261922"/>
                  <a:pt x="1643264" y="250374"/>
                  <a:pt x="1645931" y="238231"/>
                </a:cubicBezTo>
                <a:lnTo>
                  <a:pt x="1657189" y="186699"/>
                </a:lnTo>
                <a:lnTo>
                  <a:pt x="1628462" y="186699"/>
                </a:lnTo>
                <a:lnTo>
                  <a:pt x="1634682" y="157680"/>
                </a:lnTo>
                <a:lnTo>
                  <a:pt x="1663400" y="157680"/>
                </a:lnTo>
                <a:lnTo>
                  <a:pt x="1670220" y="126287"/>
                </a:lnTo>
                <a:close/>
                <a:moveTo>
                  <a:pt x="941995" y="103483"/>
                </a:moveTo>
                <a:lnTo>
                  <a:pt x="1010404" y="103483"/>
                </a:lnTo>
                <a:lnTo>
                  <a:pt x="1024320" y="252447"/>
                </a:lnTo>
                <a:lnTo>
                  <a:pt x="1024920" y="252447"/>
                </a:lnTo>
                <a:lnTo>
                  <a:pt x="1106349" y="103483"/>
                </a:lnTo>
                <a:lnTo>
                  <a:pt x="1175358" y="103483"/>
                </a:lnTo>
                <a:lnTo>
                  <a:pt x="1131228" y="310195"/>
                </a:lnTo>
                <a:lnTo>
                  <a:pt x="1087404" y="310195"/>
                </a:lnTo>
                <a:lnTo>
                  <a:pt x="1126495" y="139020"/>
                </a:lnTo>
                <a:lnTo>
                  <a:pt x="1125904" y="139020"/>
                </a:lnTo>
                <a:lnTo>
                  <a:pt x="1032321" y="310195"/>
                </a:lnTo>
                <a:lnTo>
                  <a:pt x="992630" y="310195"/>
                </a:lnTo>
                <a:lnTo>
                  <a:pt x="976047" y="139020"/>
                </a:lnTo>
                <a:lnTo>
                  <a:pt x="975457" y="139020"/>
                </a:lnTo>
                <a:lnTo>
                  <a:pt x="937547" y="310195"/>
                </a:lnTo>
                <a:lnTo>
                  <a:pt x="898161" y="310195"/>
                </a:lnTo>
                <a:close/>
                <a:moveTo>
                  <a:pt x="855222" y="103483"/>
                </a:moveTo>
                <a:lnTo>
                  <a:pt x="898456" y="103483"/>
                </a:lnTo>
                <a:lnTo>
                  <a:pt x="854927" y="310195"/>
                </a:lnTo>
                <a:lnTo>
                  <a:pt x="811689" y="310195"/>
                </a:lnTo>
                <a:close/>
                <a:moveTo>
                  <a:pt x="673981" y="103483"/>
                </a:moveTo>
                <a:lnTo>
                  <a:pt x="833601" y="103483"/>
                </a:lnTo>
                <a:lnTo>
                  <a:pt x="826790" y="136061"/>
                </a:lnTo>
                <a:lnTo>
                  <a:pt x="768452" y="136061"/>
                </a:lnTo>
                <a:lnTo>
                  <a:pt x="730840" y="310195"/>
                </a:lnTo>
                <a:lnTo>
                  <a:pt x="687602" y="310195"/>
                </a:lnTo>
                <a:lnTo>
                  <a:pt x="725214" y="136061"/>
                </a:lnTo>
                <a:lnTo>
                  <a:pt x="666872" y="136061"/>
                </a:lnTo>
                <a:close/>
                <a:moveTo>
                  <a:pt x="560853" y="103483"/>
                </a:moveTo>
                <a:lnTo>
                  <a:pt x="602314" y="103483"/>
                </a:lnTo>
                <a:lnTo>
                  <a:pt x="565298" y="277616"/>
                </a:lnTo>
                <a:lnTo>
                  <a:pt x="646440" y="277616"/>
                </a:lnTo>
                <a:lnTo>
                  <a:pt x="639335" y="310195"/>
                </a:lnTo>
                <a:lnTo>
                  <a:pt x="517025" y="310195"/>
                </a:lnTo>
                <a:lnTo>
                  <a:pt x="517024" y="310195"/>
                </a:lnTo>
                <a:close/>
                <a:moveTo>
                  <a:pt x="1221849" y="91935"/>
                </a:moveTo>
                <a:lnTo>
                  <a:pt x="1261530" y="91935"/>
                </a:lnTo>
                <a:lnTo>
                  <a:pt x="1253244" y="129841"/>
                </a:lnTo>
                <a:lnTo>
                  <a:pt x="1213562" y="129841"/>
                </a:lnTo>
                <a:close/>
                <a:moveTo>
                  <a:pt x="1587000" y="88085"/>
                </a:moveTo>
                <a:lnTo>
                  <a:pt x="1626681" y="88085"/>
                </a:lnTo>
                <a:lnTo>
                  <a:pt x="1585523" y="276434"/>
                </a:lnTo>
                <a:cubicBezTo>
                  <a:pt x="1583152" y="289464"/>
                  <a:pt x="1580780" y="302495"/>
                  <a:pt x="1579894" y="310195"/>
                </a:cubicBezTo>
                <a:lnTo>
                  <a:pt x="1542870" y="310195"/>
                </a:lnTo>
                <a:lnTo>
                  <a:pt x="1546718" y="287685"/>
                </a:lnTo>
                <a:lnTo>
                  <a:pt x="1546128" y="287685"/>
                </a:lnTo>
                <a:cubicBezTo>
                  <a:pt x="1534288" y="304271"/>
                  <a:pt x="1519477" y="313748"/>
                  <a:pt x="1496379" y="313748"/>
                </a:cubicBezTo>
                <a:cubicBezTo>
                  <a:pt x="1460250" y="313748"/>
                  <a:pt x="1443963" y="283541"/>
                  <a:pt x="1443963" y="250374"/>
                </a:cubicBezTo>
                <a:cubicBezTo>
                  <a:pt x="1443963" y="204765"/>
                  <a:pt x="1468833" y="154124"/>
                  <a:pt x="1520658" y="154124"/>
                </a:cubicBezTo>
                <a:cubicBezTo>
                  <a:pt x="1540203" y="154124"/>
                  <a:pt x="1555310" y="161530"/>
                  <a:pt x="1567750" y="175743"/>
                </a:cubicBezTo>
                <a:close/>
                <a:moveTo>
                  <a:pt x="206751" y="25917"/>
                </a:moveTo>
                <a:cubicBezTo>
                  <a:pt x="199533" y="25917"/>
                  <a:pt x="192171" y="26359"/>
                  <a:pt x="185397" y="27243"/>
                </a:cubicBezTo>
                <a:lnTo>
                  <a:pt x="96452" y="180978"/>
                </a:lnTo>
                <a:lnTo>
                  <a:pt x="206750" y="180978"/>
                </a:lnTo>
                <a:lnTo>
                  <a:pt x="176855" y="232372"/>
                </a:lnTo>
                <a:lnTo>
                  <a:pt x="36961" y="232372"/>
                </a:lnTo>
                <a:lnTo>
                  <a:pt x="151087" y="34751"/>
                </a:lnTo>
                <a:cubicBezTo>
                  <a:pt x="78489" y="58314"/>
                  <a:pt x="25769" y="126641"/>
                  <a:pt x="25769" y="206601"/>
                </a:cubicBezTo>
                <a:cubicBezTo>
                  <a:pt x="25769" y="296575"/>
                  <a:pt x="91890" y="371676"/>
                  <a:pt x="178181" y="385519"/>
                </a:cubicBezTo>
                <a:lnTo>
                  <a:pt x="266389" y="232372"/>
                </a:lnTo>
                <a:lnTo>
                  <a:pt x="206751" y="232397"/>
                </a:lnTo>
                <a:lnTo>
                  <a:pt x="236348" y="180978"/>
                </a:lnTo>
                <a:lnTo>
                  <a:pt x="376485" y="180956"/>
                </a:lnTo>
                <a:lnTo>
                  <a:pt x="346792" y="232518"/>
                </a:lnTo>
                <a:lnTo>
                  <a:pt x="296133" y="232372"/>
                </a:lnTo>
                <a:lnTo>
                  <a:pt x="206751" y="387876"/>
                </a:lnTo>
                <a:cubicBezTo>
                  <a:pt x="306297" y="387876"/>
                  <a:pt x="387877" y="306295"/>
                  <a:pt x="387877" y="206601"/>
                </a:cubicBezTo>
                <a:cubicBezTo>
                  <a:pt x="387877" y="107349"/>
                  <a:pt x="306296" y="25917"/>
                  <a:pt x="206751" y="25917"/>
                </a:cubicBezTo>
                <a:close/>
                <a:moveTo>
                  <a:pt x="206750" y="0"/>
                </a:moveTo>
                <a:cubicBezTo>
                  <a:pt x="320431" y="0"/>
                  <a:pt x="413646" y="92772"/>
                  <a:pt x="413646" y="206601"/>
                </a:cubicBezTo>
                <a:cubicBezTo>
                  <a:pt x="413646" y="320725"/>
                  <a:pt x="320431" y="413646"/>
                  <a:pt x="206750" y="413646"/>
                </a:cubicBezTo>
                <a:cubicBezTo>
                  <a:pt x="92773" y="413646"/>
                  <a:pt x="0" y="320725"/>
                  <a:pt x="0" y="206601"/>
                </a:cubicBezTo>
                <a:cubicBezTo>
                  <a:pt x="0" y="92772"/>
                  <a:pt x="92773" y="0"/>
                  <a:pt x="206750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rutiger 45 Ligh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2D047C4-9F00-C178-13AA-69217C149A18}"/>
              </a:ext>
            </a:extLst>
          </p:cNvPr>
          <p:cNvGrpSpPr/>
          <p:nvPr/>
        </p:nvGrpSpPr>
        <p:grpSpPr>
          <a:xfrm>
            <a:off x="789889" y="805135"/>
            <a:ext cx="5083860" cy="2150266"/>
            <a:chOff x="-1757382" y="1272180"/>
            <a:chExt cx="7372966" cy="273555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B917FE9-62A6-C73B-9C91-CAF9FFFFDCEE}"/>
                </a:ext>
              </a:extLst>
            </p:cNvPr>
            <p:cNvSpPr txBox="1"/>
            <p:nvPr/>
          </p:nvSpPr>
          <p:spPr>
            <a:xfrm>
              <a:off x="-1757382" y="1272180"/>
              <a:ext cx="3781683" cy="7439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Frutiger 45 Light"/>
                  <a:ea typeface="+mn-ea"/>
                  <a:cs typeface="+mn-cs"/>
                </a:rPr>
                <a:t>Getting to the 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3EE63CC-D4D9-6A02-6F83-2314AAFE3DE6}"/>
                </a:ext>
              </a:extLst>
            </p:cNvPr>
            <p:cNvSpPr txBox="1"/>
            <p:nvPr/>
          </p:nvSpPr>
          <p:spPr>
            <a:xfrm>
              <a:off x="-1757382" y="2063029"/>
              <a:ext cx="7372966" cy="194470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ts val="5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400" b="1" i="0" u="none" strike="noStrike" kern="120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Frutiger 45 Light"/>
                  <a:ea typeface="+mn-ea"/>
                  <a:cs typeface="+mn-cs"/>
                </a:rPr>
                <a:t>future, </a:t>
              </a:r>
              <a:r>
                <a:rPr kumimoji="0" lang="en-US" sz="5400" b="1" i="1" u="none" strike="noStrike" kern="120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Frutiger 45 Light"/>
                  <a:ea typeface="+mn-ea"/>
                  <a:cs typeface="+mn-cs"/>
                </a:rPr>
                <a:t>faster.</a:t>
              </a:r>
              <a:r>
                <a:rPr kumimoji="0" lang="en-US" sz="5400" b="1" i="0" u="none" strike="noStrike" kern="120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Frutiger 45 Light"/>
                  <a:ea typeface="+mn-ea"/>
                  <a:cs typeface="+mn-cs"/>
                </a:rPr>
                <a:t>   </a:t>
              </a:r>
              <a:r>
                <a:rPr kumimoji="0" lang="en-US" sz="5400" b="1" i="0" u="none" strike="noStrike" kern="120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Frutiger LT Pro 65 Bold" panose="020B0803030504020204" pitchFamily="34" charset="0"/>
                  <a:ea typeface="+mn-ea"/>
                  <a:cs typeface="+mn-cs"/>
                </a:rPr>
                <a:t>Together.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376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82B56333349A488E921006459FF91E" ma:contentTypeVersion="15" ma:contentTypeDescription="Create a new document." ma:contentTypeScope="" ma:versionID="66cc54559ca3bbdf8807aa22b4b40539">
  <xsd:schema xmlns:xsd="http://www.w3.org/2001/XMLSchema" xmlns:xs="http://www.w3.org/2001/XMLSchema" xmlns:p="http://schemas.microsoft.com/office/2006/metadata/properties" xmlns:ns2="5867680f-238d-4a36-be51-4c14b69668ab" xmlns:ns3="87b4688f-3d96-4178-a5b2-ecca3c38440d" targetNamespace="http://schemas.microsoft.com/office/2006/metadata/properties" ma:root="true" ma:fieldsID="bc1d7815e97c4ca0a64f554daa398b54" ns2:_="" ns3:_="">
    <xsd:import namespace="5867680f-238d-4a36-be51-4c14b69668ab"/>
    <xsd:import namespace="87b4688f-3d96-4178-a5b2-ecca3c3844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67680f-238d-4a36-be51-4c14b69668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c554113-5c1c-4c88-a5a0-ba7e0db0880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b4688f-3d96-4178-a5b2-ecca3c38440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d81fa55-e220-42d4-b13c-17c53d94c164}" ma:internalName="TaxCatchAll" ma:showField="CatchAllData" ma:web="87b4688f-3d96-4178-a5b2-ecca3c3844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867680f-238d-4a36-be51-4c14b69668ab">
      <Terms xmlns="http://schemas.microsoft.com/office/infopath/2007/PartnerControls"/>
    </lcf76f155ced4ddcb4097134ff3c332f>
    <TaxCatchAll xmlns="87b4688f-3d96-4178-a5b2-ecca3c38440d" xsi:nil="true"/>
  </documentManagement>
</p:properties>
</file>

<file path=customXml/itemProps1.xml><?xml version="1.0" encoding="utf-8"?>
<ds:datastoreItem xmlns:ds="http://schemas.openxmlformats.org/officeDocument/2006/customXml" ds:itemID="{8D7C4FA8-4429-4EB1-BA45-A06C2829975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6E0CB7-F10F-447E-ABCA-01D38DAF1B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867680f-238d-4a36-be51-4c14b69668ab"/>
    <ds:schemaRef ds:uri="87b4688f-3d96-4178-a5b2-ecca3c3844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068359-F142-49C6-9B39-5D1165BCADA1}">
  <ds:schemaRefs>
    <ds:schemaRef ds:uri="http://schemas.microsoft.com/office/infopath/2007/PartnerControls"/>
    <ds:schemaRef ds:uri="987f94fc-8f65-48e8-b922-a9fd312c30c6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microsoft.com/office/2006/metadata/properties"/>
    <ds:schemaRef ds:uri="http://schemas.openxmlformats.org/package/2006/metadata/core-properties"/>
    <ds:schemaRef ds:uri="3643e11e-0b3a-45ba-85ca-8b394ba8b431"/>
    <ds:schemaRef ds:uri="http://purl.org/dc/dcmitype/"/>
    <ds:schemaRef ds:uri="2ca0171d-fd09-4b82-97ef-02c9995109b4"/>
    <ds:schemaRef ds:uri="0566c718-7e2f-4ad6-8ce7-8d4998cd05a9"/>
    <ds:schemaRef ds:uri="5867680f-238d-4a36-be51-4c14b69668ab"/>
    <ds:schemaRef ds:uri="87b4688f-3d96-4178-a5b2-ecca3c38440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1042</TotalTime>
  <Words>1200</Words>
  <Application>Microsoft Office PowerPoint</Application>
  <PresentationFormat>Widescreen</PresentationFormat>
  <Paragraphs>148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Aptos</vt:lpstr>
      <vt:lpstr>Aptos (Body)</vt:lpstr>
      <vt:lpstr>Aptos Display</vt:lpstr>
      <vt:lpstr>Arial</vt:lpstr>
      <vt:lpstr>Bw Modelica SS02</vt:lpstr>
      <vt:lpstr>Calibri</vt:lpstr>
      <vt:lpstr>Calibri (Body)</vt:lpstr>
      <vt:lpstr>Frutiger 45 Light</vt:lpstr>
      <vt:lpstr>Frutiger LT Pro 65 Bold</vt:lpstr>
      <vt:lpstr>Quattrocento Sans</vt:lpstr>
      <vt:lpstr>Tenorite</vt:lpstr>
      <vt:lpstr>Wingdings</vt:lpstr>
      <vt:lpstr>Office Theme</vt:lpstr>
      <vt:lpstr>1_Office Theme</vt:lpstr>
      <vt:lpstr>Aspect Based Sentiment Analysis for Food Industry</vt:lpstr>
      <vt:lpstr>Aspect based sentiment analysis (ABSA) for Food and Nutrition Industry – Problem Statement</vt:lpstr>
      <vt:lpstr>Example : </vt:lpstr>
      <vt:lpstr>Leveraged Data Sources for the analysis</vt:lpstr>
      <vt:lpstr>Solution Workflow</vt:lpstr>
      <vt:lpstr>Performance Metrics: Transformers vs Large Language Models</vt:lpstr>
      <vt:lpstr>Compare and Contrast Aspect based sentiment analysis (ABSA) with Sentiment analysis</vt:lpstr>
      <vt:lpstr>Multi‑Layer Aspect Analysis: Trends, Co‑Occurrence &amp; Prioritization</vt:lpstr>
      <vt:lpstr>Comprehensive Sentiment Visuals: Comparison, Clouds &amp; Reports</vt:lpstr>
      <vt:lpstr>Evidence‑Backed Insights: RAG’s Transformation of ABSA( Future Scope )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Data-Leadership review</dc:title>
  <dc:creator>megha thakur</dc:creator>
  <cp:lastModifiedBy>Gowtham Jayakumar</cp:lastModifiedBy>
  <cp:revision>31</cp:revision>
  <dcterms:created xsi:type="dcterms:W3CDTF">2025-06-10T07:55:09Z</dcterms:created>
  <dcterms:modified xsi:type="dcterms:W3CDTF">2026-04-29T10:32:05Z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0x0101006582B56333349A488E921006459FF91E</vt:lpwstr>
  </property>
  <property fmtid="{D5CDD505-2E9C-101B-9397-08002B2CF9AE}" pid="3" name="Order">
    <vt:r8>818400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MediaServiceImageTags">
    <vt:lpwstr/>
  </property>
  <property fmtid="{D5CDD505-2E9C-101B-9397-08002B2CF9AE}" pid="8" name="MSIP_Label_4bc222b0-be48-475a-a633-57795de0c62e_Enabled">
    <vt:lpwstr>True</vt:lpwstr>
  </property>
  <property fmtid="{D5CDD505-2E9C-101B-9397-08002B2CF9AE}" pid="9" name="MSIP_Label_4bc222b0-be48-475a-a633-57795de0c62e_SiteId">
    <vt:lpwstr>ff355289-721e-4dd7-a663-afec62ab9d54</vt:lpwstr>
  </property>
  <property fmtid="{D5CDD505-2E9C-101B-9397-08002B2CF9AE}" pid="10" name="MSIP_Label_4bc222b0-be48-475a-a633-57795de0c62e_SetDate">
    <vt:lpwstr>2025-06-19T10:17:30Z</vt:lpwstr>
  </property>
  <property fmtid="{D5CDD505-2E9C-101B-9397-08002B2CF9AE}" pid="11" name="MSIP_Label_4bc222b0-be48-475a-a633-57795de0c62e_Name">
    <vt:lpwstr>Public</vt:lpwstr>
  </property>
  <property fmtid="{D5CDD505-2E9C-101B-9397-08002B2CF9AE}" pid="12" name="MSIP_Label_4bc222b0-be48-475a-a633-57795de0c62e_ActionId">
    <vt:lpwstr>85894c9f-614e-40fa-8365-b0177cde90e8</vt:lpwstr>
  </property>
  <property fmtid="{D5CDD505-2E9C-101B-9397-08002B2CF9AE}" pid="13" name="MSIP_Label_4bc222b0-be48-475a-a633-57795de0c62e_Removed">
    <vt:lpwstr>False</vt:lpwstr>
  </property>
  <property fmtid="{D5CDD505-2E9C-101B-9397-08002B2CF9AE}" pid="14" name="MSIP_Label_4bc222b0-be48-475a-a633-57795de0c62e_Extended_MSFT_Method">
    <vt:lpwstr>Standard</vt:lpwstr>
  </property>
  <property fmtid="{D5CDD505-2E9C-101B-9397-08002B2CF9AE}" pid="15" name="Sensitivity">
    <vt:lpwstr>Public</vt:lpwstr>
  </property>
</Properties>
</file>